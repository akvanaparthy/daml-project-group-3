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5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6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7"/>
  </p:notesMasterIdLst>
  <p:sldIdLst>
    <p:sldId id="256" r:id="rId2"/>
    <p:sldId id="258" r:id="rId3"/>
    <p:sldId id="257" r:id="rId4"/>
    <p:sldId id="259" r:id="rId5"/>
    <p:sldId id="260" r:id="rId6"/>
    <p:sldId id="261" r:id="rId7"/>
    <p:sldId id="291" r:id="rId8"/>
    <p:sldId id="279" r:id="rId9"/>
    <p:sldId id="265" r:id="rId10"/>
    <p:sldId id="267" r:id="rId11"/>
    <p:sldId id="295" r:id="rId12"/>
    <p:sldId id="280" r:id="rId13"/>
    <p:sldId id="269" r:id="rId14"/>
    <p:sldId id="296" r:id="rId15"/>
    <p:sldId id="297" r:id="rId16"/>
    <p:sldId id="284" r:id="rId17"/>
    <p:sldId id="288" r:id="rId18"/>
    <p:sldId id="287" r:id="rId19"/>
    <p:sldId id="276" r:id="rId20"/>
    <p:sldId id="294" r:id="rId21"/>
    <p:sldId id="283" r:id="rId22"/>
    <p:sldId id="281" r:id="rId23"/>
    <p:sldId id="278" r:id="rId24"/>
    <p:sldId id="282" r:id="rId25"/>
    <p:sldId id="28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860735-E327-1944-0207-9C597B902B80}" v="79" dt="2025-12-06T22:13:59.073"/>
    <p1510:client id="{4A1BDE28-B2A6-475D-2EE9-7D875D7BDF38}" v="2187" dt="2025-12-06T23:32:32.181"/>
    <p1510:client id="{B1059488-2B5B-C284-489E-F014CC7E564F}" v="199" dt="2025-12-06T23:26:40.830"/>
    <p1510:client id="{E493ADC2-3CE0-0A90-1237-23AB5765291F}" v="158" dt="2025-12-06T23:24:50.3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10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y Vanaparthi" userId="S::avanapar@stevens.edu::4ce464d2-caa1-4c93-a44f-f094e0534f0e" providerId="AD" clId="Web-{4A1BDE28-B2A6-475D-2EE9-7D875D7BDF38}"/>
    <pc:docChg chg="addSld delSld modSld sldOrd">
      <pc:chgData name="Akshay Vanaparthi" userId="S::avanapar@stevens.edu::4ce464d2-caa1-4c93-a44f-f094e0534f0e" providerId="AD" clId="Web-{4A1BDE28-B2A6-475D-2EE9-7D875D7BDF38}" dt="2025-12-06T23:32:32.181" v="2020" actId="1076"/>
      <pc:docMkLst>
        <pc:docMk/>
      </pc:docMkLst>
      <pc:sldChg chg="modSp">
        <pc:chgData name="Akshay Vanaparthi" userId="S::avanapar@stevens.edu::4ce464d2-caa1-4c93-a44f-f094e0534f0e" providerId="AD" clId="Web-{4A1BDE28-B2A6-475D-2EE9-7D875D7BDF38}" dt="2025-12-06T22:53:35.314" v="1755" actId="20577"/>
        <pc:sldMkLst>
          <pc:docMk/>
          <pc:sldMk cId="4033334564" sldId="256"/>
        </pc:sldMkLst>
        <pc:spChg chg="mod">
          <ac:chgData name="Akshay Vanaparthi" userId="S::avanapar@stevens.edu::4ce464d2-caa1-4c93-a44f-f094e0534f0e" providerId="AD" clId="Web-{4A1BDE28-B2A6-475D-2EE9-7D875D7BDF38}" dt="2025-12-06T22:53:35.314" v="1755" actId="20577"/>
          <ac:spMkLst>
            <pc:docMk/>
            <pc:sldMk cId="4033334564" sldId="256"/>
            <ac:spMk id="10" creationId="{7D51F794-3E49-ABFD-9AAF-9102E83C2188}"/>
          </ac:spMkLst>
        </pc:spChg>
      </pc:sldChg>
      <pc:sldChg chg="modSp">
        <pc:chgData name="Akshay Vanaparthi" userId="S::avanapar@stevens.edu::4ce464d2-caa1-4c93-a44f-f094e0534f0e" providerId="AD" clId="Web-{4A1BDE28-B2A6-475D-2EE9-7D875D7BDF38}" dt="2025-12-06T22:59:02.190" v="1780" actId="20577"/>
        <pc:sldMkLst>
          <pc:docMk/>
          <pc:sldMk cId="3980627345" sldId="258"/>
        </pc:sldMkLst>
        <pc:spChg chg="mod">
          <ac:chgData name="Akshay Vanaparthi" userId="S::avanapar@stevens.edu::4ce464d2-caa1-4c93-a44f-f094e0534f0e" providerId="AD" clId="Web-{4A1BDE28-B2A6-475D-2EE9-7D875D7BDF38}" dt="2025-12-06T22:59:02.190" v="1780" actId="20577"/>
          <ac:spMkLst>
            <pc:docMk/>
            <pc:sldMk cId="3980627345" sldId="258"/>
            <ac:spMk id="3" creationId="{DC8966B9-9838-FDB4-A5FA-C419B994CEFE}"/>
          </ac:spMkLst>
        </pc:spChg>
      </pc:sldChg>
      <pc:sldChg chg="modSp">
        <pc:chgData name="Akshay Vanaparthi" userId="S::avanapar@stevens.edu::4ce464d2-caa1-4c93-a44f-f094e0534f0e" providerId="AD" clId="Web-{4A1BDE28-B2A6-475D-2EE9-7D875D7BDF38}" dt="2025-12-06T23:11:45.221" v="1954" actId="20577"/>
        <pc:sldMkLst>
          <pc:docMk/>
          <pc:sldMk cId="1139659073" sldId="273"/>
        </pc:sldMkLst>
        <pc:graphicFrameChg chg="modGraphic">
          <ac:chgData name="Akshay Vanaparthi" userId="S::avanapar@stevens.edu::4ce464d2-caa1-4c93-a44f-f094e0534f0e" providerId="AD" clId="Web-{4A1BDE28-B2A6-475D-2EE9-7D875D7BDF38}" dt="2025-12-06T23:11:45.221" v="1954" actId="20577"/>
          <ac:graphicFrameMkLst>
            <pc:docMk/>
            <pc:sldMk cId="1139659073" sldId="273"/>
            <ac:graphicFrameMk id="6" creationId="{C8BFAB67-FBAC-6D9B-E606-3E52870EFDB7}"/>
          </ac:graphicFrameMkLst>
        </pc:graphicFrameChg>
      </pc:sldChg>
      <pc:sldChg chg="modSp">
        <pc:chgData name="Akshay Vanaparthi" userId="S::avanapar@stevens.edu::4ce464d2-caa1-4c93-a44f-f094e0534f0e" providerId="AD" clId="Web-{4A1BDE28-B2A6-475D-2EE9-7D875D7BDF38}" dt="2025-12-06T23:20:47.962" v="1959" actId="14100"/>
        <pc:sldMkLst>
          <pc:docMk/>
          <pc:sldMk cId="319796669" sldId="276"/>
        </pc:sldMkLst>
        <pc:spChg chg="mod">
          <ac:chgData name="Akshay Vanaparthi" userId="S::avanapar@stevens.edu::4ce464d2-caa1-4c93-a44f-f094e0534f0e" providerId="AD" clId="Web-{4A1BDE28-B2A6-475D-2EE9-7D875D7BDF38}" dt="2025-12-06T23:20:47.962" v="1959" actId="14100"/>
          <ac:spMkLst>
            <pc:docMk/>
            <pc:sldMk cId="319796669" sldId="276"/>
            <ac:spMk id="2" creationId="{3D5CC039-8D48-F0D4-DEEE-7E657D93C890}"/>
          </ac:spMkLst>
        </pc:spChg>
      </pc:sldChg>
      <pc:sldChg chg="addSp delSp modSp ord">
        <pc:chgData name="Akshay Vanaparthi" userId="S::avanapar@stevens.edu::4ce464d2-caa1-4c93-a44f-f094e0534f0e" providerId="AD" clId="Web-{4A1BDE28-B2A6-475D-2EE9-7D875D7BDF38}" dt="2025-12-06T22:57:19.295" v="1776"/>
        <pc:sldMkLst>
          <pc:docMk/>
          <pc:sldMk cId="4038900943" sldId="278"/>
        </pc:sldMkLst>
        <pc:spChg chg="mod">
          <ac:chgData name="Akshay Vanaparthi" userId="S::avanapar@stevens.edu::4ce464d2-caa1-4c93-a44f-f094e0534f0e" providerId="AD" clId="Web-{4A1BDE28-B2A6-475D-2EE9-7D875D7BDF38}" dt="2025-12-06T22:39:59.411" v="1443" actId="14100"/>
          <ac:spMkLst>
            <pc:docMk/>
            <pc:sldMk cId="4038900943" sldId="278"/>
            <ac:spMk id="3" creationId="{AB78F6FF-FA05-566B-9144-83662C21F04F}"/>
          </ac:spMkLst>
        </pc:spChg>
        <pc:picChg chg="add del mod">
          <ac:chgData name="Akshay Vanaparthi" userId="S::avanapar@stevens.edu::4ce464d2-caa1-4c93-a44f-f094e0534f0e" providerId="AD" clId="Web-{4A1BDE28-B2A6-475D-2EE9-7D875D7BDF38}" dt="2025-12-06T22:57:19.295" v="1776"/>
          <ac:picMkLst>
            <pc:docMk/>
            <pc:sldMk cId="4038900943" sldId="278"/>
            <ac:picMk id="4" creationId="{1A21C411-4A54-D886-6420-12AE27AA580F}"/>
          </ac:picMkLst>
        </pc:picChg>
      </pc:sldChg>
      <pc:sldChg chg="addSp delSp modSp new">
        <pc:chgData name="Akshay Vanaparthi" userId="S::avanapar@stevens.edu::4ce464d2-caa1-4c93-a44f-f094e0534f0e" providerId="AD" clId="Web-{4A1BDE28-B2A6-475D-2EE9-7D875D7BDF38}" dt="2025-12-06T21:56:55.198" v="1041" actId="20577"/>
        <pc:sldMkLst>
          <pc:docMk/>
          <pc:sldMk cId="4186818603" sldId="279"/>
        </pc:sldMkLst>
        <pc:spChg chg="del">
          <ac:chgData name="Akshay Vanaparthi" userId="S::avanapar@stevens.edu::4ce464d2-caa1-4c93-a44f-f094e0534f0e" providerId="AD" clId="Web-{4A1BDE28-B2A6-475D-2EE9-7D875D7BDF38}" dt="2025-12-06T21:55:15.962" v="394"/>
          <ac:spMkLst>
            <pc:docMk/>
            <pc:sldMk cId="4186818603" sldId="279"/>
            <ac:spMk id="2" creationId="{4A87FD7B-9CDD-6142-779B-BE506E19250E}"/>
          </ac:spMkLst>
        </pc:spChg>
        <pc:spChg chg="del">
          <ac:chgData name="Akshay Vanaparthi" userId="S::avanapar@stevens.edu::4ce464d2-caa1-4c93-a44f-f094e0534f0e" providerId="AD" clId="Web-{4A1BDE28-B2A6-475D-2EE9-7D875D7BDF38}" dt="2025-12-06T21:54:52.884" v="1"/>
          <ac:spMkLst>
            <pc:docMk/>
            <pc:sldMk cId="4186818603" sldId="279"/>
            <ac:spMk id="3" creationId="{BB71C259-53FA-B176-5A29-97ACD5B521C5}"/>
          </ac:spMkLst>
        </pc:spChg>
        <pc:spChg chg="add del mod">
          <ac:chgData name="Akshay Vanaparthi" userId="S::avanapar@stevens.edu::4ce464d2-caa1-4c93-a44f-f094e0534f0e" providerId="AD" clId="Web-{4A1BDE28-B2A6-475D-2EE9-7D875D7BDF38}" dt="2025-12-06T21:56:45.667" v="1024"/>
          <ac:spMkLst>
            <pc:docMk/>
            <pc:sldMk cId="4186818603" sldId="279"/>
            <ac:spMk id="6" creationId="{C1A1C5CE-1ACB-4209-8D40-D46D90284632}"/>
          </ac:spMkLst>
        </pc:spChg>
        <pc:spChg chg="add mod">
          <ac:chgData name="Akshay Vanaparthi" userId="S::avanapar@stevens.edu::4ce464d2-caa1-4c93-a44f-f094e0534f0e" providerId="AD" clId="Web-{4A1BDE28-B2A6-475D-2EE9-7D875D7BDF38}" dt="2025-12-06T21:56:55.198" v="1041" actId="20577"/>
          <ac:spMkLst>
            <pc:docMk/>
            <pc:sldMk cId="4186818603" sldId="279"/>
            <ac:spMk id="8" creationId="{5347B5A9-7138-159F-DD96-2DD79CC4233F}"/>
          </ac:spMkLst>
        </pc:spChg>
        <pc:graphicFrameChg chg="add mod ord modGraphic">
          <ac:chgData name="Akshay Vanaparthi" userId="S::avanapar@stevens.edu::4ce464d2-caa1-4c93-a44f-f094e0534f0e" providerId="AD" clId="Web-{4A1BDE28-B2A6-475D-2EE9-7D875D7BDF38}" dt="2025-12-06T21:56:17.385" v="1000" actId="1076"/>
          <ac:graphicFrameMkLst>
            <pc:docMk/>
            <pc:sldMk cId="4186818603" sldId="279"/>
            <ac:graphicFrameMk id="5" creationId="{DFFE7A31-1BD1-E7A9-1366-8A7BA3FC038A}"/>
          </ac:graphicFrameMkLst>
        </pc:graphicFrameChg>
      </pc:sldChg>
      <pc:sldChg chg="addSp delSp modSp new">
        <pc:chgData name="Akshay Vanaparthi" userId="S::avanapar@stevens.edu::4ce464d2-caa1-4c93-a44f-f094e0534f0e" providerId="AD" clId="Web-{4A1BDE28-B2A6-475D-2EE9-7D875D7BDF38}" dt="2025-12-06T22:57:56.843" v="1777" actId="1076"/>
        <pc:sldMkLst>
          <pc:docMk/>
          <pc:sldMk cId="2170112816" sldId="280"/>
        </pc:sldMkLst>
        <pc:spChg chg="mod">
          <ac:chgData name="Akshay Vanaparthi" userId="S::avanapar@stevens.edu::4ce464d2-caa1-4c93-a44f-f094e0534f0e" providerId="AD" clId="Web-{4A1BDE28-B2A6-475D-2EE9-7D875D7BDF38}" dt="2025-12-06T22:00:54.908" v="1312" actId="20577"/>
          <ac:spMkLst>
            <pc:docMk/>
            <pc:sldMk cId="2170112816" sldId="280"/>
            <ac:spMk id="2" creationId="{CA38642F-6DF6-E97F-8BDC-4B6D80A798F0}"/>
          </ac:spMkLst>
        </pc:spChg>
        <pc:spChg chg="del mod">
          <ac:chgData name="Akshay Vanaparthi" userId="S::avanapar@stevens.edu::4ce464d2-caa1-4c93-a44f-f094e0534f0e" providerId="AD" clId="Web-{4A1BDE28-B2A6-475D-2EE9-7D875D7BDF38}" dt="2025-12-06T21:59:12.715" v="1084"/>
          <ac:spMkLst>
            <pc:docMk/>
            <pc:sldMk cId="2170112816" sldId="280"/>
            <ac:spMk id="3" creationId="{5A0B6C17-01A3-15C1-3981-B2641A3DF1EE}"/>
          </ac:spMkLst>
        </pc:spChg>
        <pc:graphicFrameChg chg="add mod ord modGraphic">
          <ac:chgData name="Akshay Vanaparthi" userId="S::avanapar@stevens.edu::4ce464d2-caa1-4c93-a44f-f094e0534f0e" providerId="AD" clId="Web-{4A1BDE28-B2A6-475D-2EE9-7D875D7BDF38}" dt="2025-12-06T22:57:56.843" v="1777" actId="1076"/>
          <ac:graphicFrameMkLst>
            <pc:docMk/>
            <pc:sldMk cId="2170112816" sldId="280"/>
            <ac:graphicFrameMk id="5" creationId="{8B72834D-DDDB-DF73-42C8-BF672C551BCA}"/>
          </ac:graphicFrameMkLst>
        </pc:graphicFrameChg>
      </pc:sldChg>
      <pc:sldChg chg="addSp delSp modSp ord">
        <pc:chgData name="Akshay Vanaparthi" userId="S::avanapar@stevens.edu::4ce464d2-caa1-4c93-a44f-f094e0534f0e" providerId="AD" clId="Web-{4A1BDE28-B2A6-475D-2EE9-7D875D7BDF38}" dt="2025-12-06T22:50:31.176" v="1688" actId="14100"/>
        <pc:sldMkLst>
          <pc:docMk/>
          <pc:sldMk cId="1912746867" sldId="281"/>
        </pc:sldMkLst>
        <pc:spChg chg="del mod">
          <ac:chgData name="Akshay Vanaparthi" userId="S::avanapar@stevens.edu::4ce464d2-caa1-4c93-a44f-f094e0534f0e" providerId="AD" clId="Web-{4A1BDE28-B2A6-475D-2EE9-7D875D7BDF38}" dt="2025-12-06T22:46:26.344" v="1588"/>
          <ac:spMkLst>
            <pc:docMk/>
            <pc:sldMk cId="1912746867" sldId="281"/>
            <ac:spMk id="2" creationId="{9BCFB484-F74C-3011-DB25-4A58F58230BF}"/>
          </ac:spMkLst>
        </pc:spChg>
        <pc:spChg chg="add del mod ord">
          <ac:chgData name="Akshay Vanaparthi" userId="S::avanapar@stevens.edu::4ce464d2-caa1-4c93-a44f-f094e0534f0e" providerId="AD" clId="Web-{4A1BDE28-B2A6-475D-2EE9-7D875D7BDF38}" dt="2025-12-06T22:44:20.294" v="1544"/>
          <ac:spMkLst>
            <pc:docMk/>
            <pc:sldMk cId="1912746867" sldId="281"/>
            <ac:spMk id="6" creationId="{F7A3C722-A516-A20C-19B5-1CF04AB99532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43:53.325" v="1540"/>
          <ac:spMkLst>
            <pc:docMk/>
            <pc:sldMk cId="1912746867" sldId="281"/>
            <ac:spMk id="10" creationId="{2293296F-4C3A-4530-98F5-F83646ACE913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43:53.325" v="1540"/>
          <ac:spMkLst>
            <pc:docMk/>
            <pc:sldMk cId="1912746867" sldId="281"/>
            <ac:spMk id="20" creationId="{916F6374-2300-41FF-BA7E-22FADCD95D3B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43:53.325" v="1540"/>
          <ac:spMkLst>
            <pc:docMk/>
            <pc:sldMk cId="1912746867" sldId="281"/>
            <ac:spMk id="22" creationId="{90864D9E-0A0C-482E-86DE-9C4E729C38D7}"/>
          </ac:spMkLst>
        </pc:spChg>
        <pc:spChg chg="add mod">
          <ac:chgData name="Akshay Vanaparthi" userId="S::avanapar@stevens.edu::4ce464d2-caa1-4c93-a44f-f094e0534f0e" providerId="AD" clId="Web-{4A1BDE28-B2A6-475D-2EE9-7D875D7BDF38}" dt="2025-12-06T22:50:18.441" v="1685" actId="14100"/>
          <ac:spMkLst>
            <pc:docMk/>
            <pc:sldMk cId="1912746867" sldId="281"/>
            <ac:spMk id="30" creationId="{9623D2F9-D1FA-67D5-97EB-33CAA4C3EF0D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43:53.325" v="1540"/>
          <ac:spMkLst>
            <pc:docMk/>
            <pc:sldMk cId="1912746867" sldId="281"/>
            <ac:spMk id="31" creationId="{3E788242-4E16-4277-AC99-8601B722B507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43:39.372" v="1537"/>
          <ac:spMkLst>
            <pc:docMk/>
            <pc:sldMk cId="1912746867" sldId="281"/>
            <ac:spMk id="33" creationId="{CF21F86F-EC86-87AB-2645-C9BB1B2259D0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43:53.325" v="1540"/>
          <ac:spMkLst>
            <pc:docMk/>
            <pc:sldMk cId="1912746867" sldId="281"/>
            <ac:spMk id="34" creationId="{059AD101-BC08-433A-AD99-409B66C2D2A7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43:39.372" v="1537"/>
          <ac:spMkLst>
            <pc:docMk/>
            <pc:sldMk cId="1912746867" sldId="281"/>
            <ac:spMk id="36" creationId="{059AD101-BC08-433A-AD99-409B66C2D2A7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43:39.372" v="1537"/>
          <ac:spMkLst>
            <pc:docMk/>
            <pc:sldMk cId="1912746867" sldId="281"/>
            <ac:spMk id="38" creationId="{3E788242-4E16-4277-AC99-8601B722B507}"/>
          </ac:spMkLst>
        </pc:spChg>
        <pc:spChg chg="add del mod">
          <ac:chgData name="Akshay Vanaparthi" userId="S::avanapar@stevens.edu::4ce464d2-caa1-4c93-a44f-f094e0534f0e" providerId="AD" clId="Web-{4A1BDE28-B2A6-475D-2EE9-7D875D7BDF38}" dt="2025-12-06T22:46:48.297" v="1592"/>
          <ac:spMkLst>
            <pc:docMk/>
            <pc:sldMk cId="1912746867" sldId="281"/>
            <ac:spMk id="46" creationId="{5219540F-C97B-C5D3-906A-2FB3E54CE897}"/>
          </ac:spMkLst>
        </pc:spChg>
        <pc:spChg chg="add mod">
          <ac:chgData name="Akshay Vanaparthi" userId="S::avanapar@stevens.edu::4ce464d2-caa1-4c93-a44f-f094e0534f0e" providerId="AD" clId="Web-{4A1BDE28-B2A6-475D-2EE9-7D875D7BDF38}" dt="2025-12-06T22:50:31.176" v="1688" actId="14100"/>
          <ac:spMkLst>
            <pc:docMk/>
            <pc:sldMk cId="1912746867" sldId="281"/>
            <ac:spMk id="48" creationId="{66A9A75B-5807-E3D6-F2E9-03A3051846BA}"/>
          </ac:spMkLst>
        </pc:spChg>
        <pc:grpChg chg="del">
          <ac:chgData name="Akshay Vanaparthi" userId="S::avanapar@stevens.edu::4ce464d2-caa1-4c93-a44f-f094e0534f0e" providerId="AD" clId="Web-{4A1BDE28-B2A6-475D-2EE9-7D875D7BDF38}" dt="2025-12-06T22:43:47.887" v="1539"/>
          <ac:grpSpMkLst>
            <pc:docMk/>
            <pc:sldMk cId="1912746867" sldId="281"/>
            <ac:grpSpMk id="12" creationId="{3914D2BD-3C47-433D-81FE-DC6C39595F0E}"/>
          </ac:grpSpMkLst>
        </pc:grpChg>
        <pc:grpChg chg="add">
          <ac:chgData name="Akshay Vanaparthi" userId="S::avanapar@stevens.edu::4ce464d2-caa1-4c93-a44f-f094e0534f0e" providerId="AD" clId="Web-{4A1BDE28-B2A6-475D-2EE9-7D875D7BDF38}" dt="2025-12-06T22:43:53.325" v="1540"/>
          <ac:grpSpMkLst>
            <pc:docMk/>
            <pc:sldMk cId="1912746867" sldId="281"/>
            <ac:grpSpMk id="24" creationId="{55AB4E6D-DF14-460C-9AFF-107845893552}"/>
          </ac:grpSpMkLst>
        </pc:grpChg>
        <pc:picChg chg="mod">
          <ac:chgData name="Akshay Vanaparthi" userId="S::avanapar@stevens.edu::4ce464d2-caa1-4c93-a44f-f094e0534f0e" providerId="AD" clId="Web-{4A1BDE28-B2A6-475D-2EE9-7D875D7BDF38}" dt="2025-12-06T22:44:05.200" v="1542" actId="1076"/>
          <ac:picMkLst>
            <pc:docMk/>
            <pc:sldMk cId="1912746867" sldId="281"/>
            <ac:picMk id="4" creationId="{D134354B-9DEA-F6D0-5E39-FB88722A497D}"/>
          </ac:picMkLst>
        </pc:picChg>
        <pc:picChg chg="mod">
          <ac:chgData name="Akshay Vanaparthi" userId="S::avanapar@stevens.edu::4ce464d2-caa1-4c93-a44f-f094e0534f0e" providerId="AD" clId="Web-{4A1BDE28-B2A6-475D-2EE9-7D875D7BDF38}" dt="2025-12-06T22:44:08.935" v="1543" actId="1076"/>
          <ac:picMkLst>
            <pc:docMk/>
            <pc:sldMk cId="1912746867" sldId="281"/>
            <ac:picMk id="5" creationId="{2106339E-B8BA-BC4D-1C64-8E3CD069791B}"/>
          </ac:picMkLst>
        </pc:picChg>
      </pc:sldChg>
      <pc:sldChg chg="addSp delSp modSp new mod setBg">
        <pc:chgData name="Akshay Vanaparthi" userId="S::avanapar@stevens.edu::4ce464d2-caa1-4c93-a44f-f094e0534f0e" providerId="AD" clId="Web-{4A1BDE28-B2A6-475D-2EE9-7D875D7BDF38}" dt="2025-12-06T22:31:35.041" v="1390"/>
        <pc:sldMkLst>
          <pc:docMk/>
          <pc:sldMk cId="872172562" sldId="283"/>
        </pc:sldMkLst>
        <pc:spChg chg="mod">
          <ac:chgData name="Akshay Vanaparthi" userId="S::avanapar@stevens.edu::4ce464d2-caa1-4c93-a44f-f094e0534f0e" providerId="AD" clId="Web-{4A1BDE28-B2A6-475D-2EE9-7D875D7BDF38}" dt="2025-12-06T22:28:23.673" v="1361"/>
          <ac:spMkLst>
            <pc:docMk/>
            <pc:sldMk cId="872172562" sldId="283"/>
            <ac:spMk id="2" creationId="{CA489A34-850B-AE4F-70C7-4FEB420E1B8E}"/>
          </ac:spMkLst>
        </pc:spChg>
        <pc:spChg chg="del">
          <ac:chgData name="Akshay Vanaparthi" userId="S::avanapar@stevens.edu::4ce464d2-caa1-4c93-a44f-f094e0534f0e" providerId="AD" clId="Web-{4A1BDE28-B2A6-475D-2EE9-7D875D7BDF38}" dt="2025-12-06T22:28:00.297" v="1346"/>
          <ac:spMkLst>
            <pc:docMk/>
            <pc:sldMk cId="872172562" sldId="283"/>
            <ac:spMk id="3" creationId="{CD74A8D6-2042-BC1F-0F84-A716C3584072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06.766" v="1348"/>
          <ac:spMkLst>
            <pc:docMk/>
            <pc:sldMk cId="872172562" sldId="283"/>
            <ac:spMk id="10" creationId="{3EA2D62F-9769-472E-3815-BF34E46E2945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06.766" v="1348"/>
          <ac:spMkLst>
            <pc:docMk/>
            <pc:sldMk cId="872172562" sldId="283"/>
            <ac:spMk id="13" creationId="{CF10C978-51B5-420C-9A05-C8F194EACAC3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16.876" v="1354"/>
          <ac:spMkLst>
            <pc:docMk/>
            <pc:sldMk cId="872172562" sldId="283"/>
            <ac:spMk id="14" creationId="{A8C4A48C-F8E4-40F0-B8C7-796C50B4C9F3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06.766" v="1348"/>
          <ac:spMkLst>
            <pc:docMk/>
            <pc:sldMk cId="872172562" sldId="283"/>
            <ac:spMk id="15" creationId="{28D34D1C-4E49-4D32-96F1-E49CEBBF86E0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07.969" v="1350"/>
          <ac:spMkLst>
            <pc:docMk/>
            <pc:sldMk cId="872172562" sldId="283"/>
            <ac:spMk id="20" creationId="{916F6374-2300-41FF-BA7E-22FADCD95D3B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07.969" v="1350"/>
          <ac:spMkLst>
            <pc:docMk/>
            <pc:sldMk cId="872172562" sldId="283"/>
            <ac:spMk id="22" creationId="{90864D9E-0A0C-482E-86DE-9C4E729C38D7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07.969" v="1350"/>
          <ac:spMkLst>
            <pc:docMk/>
            <pc:sldMk cId="872172562" sldId="283"/>
            <ac:spMk id="29" creationId="{2293296F-4C3A-4530-98F5-F83646ACE913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10.657" v="1352"/>
          <ac:spMkLst>
            <pc:docMk/>
            <pc:sldMk cId="872172562" sldId="283"/>
            <ac:spMk id="35" creationId="{2293296F-4C3A-4530-98F5-F83646ACE913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10.657" v="1352"/>
          <ac:spMkLst>
            <pc:docMk/>
            <pc:sldMk cId="872172562" sldId="283"/>
            <ac:spMk id="40" creationId="{916F6374-2300-41FF-BA7E-22FADCD95D3B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10.657" v="1352"/>
          <ac:spMkLst>
            <pc:docMk/>
            <pc:sldMk cId="872172562" sldId="283"/>
            <ac:spMk id="41" creationId="{90864D9E-0A0C-482E-86DE-9C4E729C38D7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16.876" v="1354"/>
          <ac:spMkLst>
            <pc:docMk/>
            <pc:sldMk cId="872172562" sldId="283"/>
            <ac:spMk id="45" creationId="{B62E0F97-3B68-4A9A-81FD-184E8051D278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16.876" v="1354"/>
          <ac:spMkLst>
            <pc:docMk/>
            <pc:sldMk cId="872172562" sldId="283"/>
            <ac:spMk id="46" creationId="{1A9C0995-256A-4F90-97D6-FB8958A5D433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21.282" v="1356"/>
          <ac:spMkLst>
            <pc:docMk/>
            <pc:sldMk cId="872172562" sldId="283"/>
            <ac:spMk id="55" creationId="{B62E0F97-3B68-4A9A-81FD-184E8051D278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21.282" v="1356"/>
          <ac:spMkLst>
            <pc:docMk/>
            <pc:sldMk cId="872172562" sldId="283"/>
            <ac:spMk id="56" creationId="{1A9C0995-256A-4F90-97D6-FB8958A5D433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21.282" v="1356"/>
          <ac:spMkLst>
            <pc:docMk/>
            <pc:sldMk cId="872172562" sldId="283"/>
            <ac:spMk id="57" creationId="{26F97B8F-C372-406F-BC40-FEBF267FD199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22.423" v="1358"/>
          <ac:spMkLst>
            <pc:docMk/>
            <pc:sldMk cId="872172562" sldId="283"/>
            <ac:spMk id="65" creationId="{B62E0F97-3B68-4A9A-81FD-184E8051D278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22.423" v="1358"/>
          <ac:spMkLst>
            <pc:docMk/>
            <pc:sldMk cId="872172562" sldId="283"/>
            <ac:spMk id="66" creationId="{1A9C0995-256A-4F90-97D6-FB8958A5D433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22.423" v="1358"/>
          <ac:spMkLst>
            <pc:docMk/>
            <pc:sldMk cId="872172562" sldId="283"/>
            <ac:spMk id="67" creationId="{A8C4A48C-F8E4-40F0-B8C7-796C50B4C9F3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23.657" v="1360"/>
          <ac:spMkLst>
            <pc:docMk/>
            <pc:sldMk cId="872172562" sldId="283"/>
            <ac:spMk id="77" creationId="{B62E0F97-3B68-4A9A-81FD-184E8051D278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23.657" v="1360"/>
          <ac:spMkLst>
            <pc:docMk/>
            <pc:sldMk cId="872172562" sldId="283"/>
            <ac:spMk id="78" creationId="{1A9C0995-256A-4F90-97D6-FB8958A5D433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2:28:23.657" v="1360"/>
          <ac:spMkLst>
            <pc:docMk/>
            <pc:sldMk cId="872172562" sldId="283"/>
            <ac:spMk id="79" creationId="{9346307A-DFE3-4A97-B2EE-5D57DF4136E8}"/>
          </ac:spMkLst>
        </pc:spChg>
        <pc:spChg chg="add">
          <ac:chgData name="Akshay Vanaparthi" userId="S::avanapar@stevens.edu::4ce464d2-caa1-4c93-a44f-f094e0534f0e" providerId="AD" clId="Web-{4A1BDE28-B2A6-475D-2EE9-7D875D7BDF38}" dt="2025-12-06T22:28:23.673" v="1361"/>
          <ac:spMkLst>
            <pc:docMk/>
            <pc:sldMk cId="872172562" sldId="283"/>
            <ac:spMk id="85" creationId="{B62E0F97-3B68-4A9A-81FD-184E8051D278}"/>
          </ac:spMkLst>
        </pc:spChg>
        <pc:spChg chg="add">
          <ac:chgData name="Akshay Vanaparthi" userId="S::avanapar@stevens.edu::4ce464d2-caa1-4c93-a44f-f094e0534f0e" providerId="AD" clId="Web-{4A1BDE28-B2A6-475D-2EE9-7D875D7BDF38}" dt="2025-12-06T22:28:23.673" v="1361"/>
          <ac:spMkLst>
            <pc:docMk/>
            <pc:sldMk cId="872172562" sldId="283"/>
            <ac:spMk id="86" creationId="{1A9C0995-256A-4F90-97D6-FB8958A5D433}"/>
          </ac:spMkLst>
        </pc:spChg>
        <pc:spChg chg="add">
          <ac:chgData name="Akshay Vanaparthi" userId="S::avanapar@stevens.edu::4ce464d2-caa1-4c93-a44f-f094e0534f0e" providerId="AD" clId="Web-{4A1BDE28-B2A6-475D-2EE9-7D875D7BDF38}" dt="2025-12-06T22:28:23.673" v="1361"/>
          <ac:spMkLst>
            <pc:docMk/>
            <pc:sldMk cId="872172562" sldId="283"/>
            <ac:spMk id="87" creationId="{A8C4A48C-F8E4-40F0-B8C7-796C50B4C9F3}"/>
          </ac:spMkLst>
        </pc:spChg>
        <pc:grpChg chg="add del">
          <ac:chgData name="Akshay Vanaparthi" userId="S::avanapar@stevens.edu::4ce464d2-caa1-4c93-a44f-f094e0534f0e" providerId="AD" clId="Web-{4A1BDE28-B2A6-475D-2EE9-7D875D7BDF38}" dt="2025-12-06T22:28:07.969" v="1350"/>
          <ac:grpSpMkLst>
            <pc:docMk/>
            <pc:sldMk cId="872172562" sldId="283"/>
            <ac:grpSpMk id="12" creationId="{3914D2BD-3C47-433D-81FE-DC6C39595F0E}"/>
          </ac:grpSpMkLst>
        </pc:grpChg>
        <pc:grpChg chg="add del">
          <ac:chgData name="Akshay Vanaparthi" userId="S::avanapar@stevens.edu::4ce464d2-caa1-4c93-a44f-f094e0534f0e" providerId="AD" clId="Web-{4A1BDE28-B2A6-475D-2EE9-7D875D7BDF38}" dt="2025-12-06T22:28:16.876" v="1354"/>
          <ac:grpSpMkLst>
            <pc:docMk/>
            <pc:sldMk cId="872172562" sldId="283"/>
            <ac:grpSpMk id="16" creationId="{93ECDB61-C78E-49AB-9D9C-862EAA5FFC62}"/>
          </ac:grpSpMkLst>
        </pc:grpChg>
        <pc:grpChg chg="add del">
          <ac:chgData name="Akshay Vanaparthi" userId="S::avanapar@stevens.edu::4ce464d2-caa1-4c93-a44f-f094e0534f0e" providerId="AD" clId="Web-{4A1BDE28-B2A6-475D-2EE9-7D875D7BDF38}" dt="2025-12-06T22:28:06.766" v="1348"/>
          <ac:grpSpMkLst>
            <pc:docMk/>
            <pc:sldMk cId="872172562" sldId="283"/>
            <ac:grpSpMk id="17" creationId="{6EDBC9C2-2A39-44A2-9D95-D1DE9E2B127D}"/>
          </ac:grpSpMkLst>
        </pc:grpChg>
        <pc:grpChg chg="add del">
          <ac:chgData name="Akshay Vanaparthi" userId="S::avanapar@stevens.edu::4ce464d2-caa1-4c93-a44f-f094e0534f0e" providerId="AD" clId="Web-{4A1BDE28-B2A6-475D-2EE9-7D875D7BDF38}" dt="2025-12-06T22:28:07.969" v="1350"/>
          <ac:grpSpMkLst>
            <pc:docMk/>
            <pc:sldMk cId="872172562" sldId="283"/>
            <ac:grpSpMk id="24" creationId="{859EF20D-5821-4F54-BD14-AB7D16330F88}"/>
          </ac:grpSpMkLst>
        </pc:grpChg>
        <pc:grpChg chg="add del">
          <ac:chgData name="Akshay Vanaparthi" userId="S::avanapar@stevens.edu::4ce464d2-caa1-4c93-a44f-f094e0534f0e" providerId="AD" clId="Web-{4A1BDE28-B2A6-475D-2EE9-7D875D7BDF38}" dt="2025-12-06T22:28:10.657" v="1352"/>
          <ac:grpSpMkLst>
            <pc:docMk/>
            <pc:sldMk cId="872172562" sldId="283"/>
            <ac:grpSpMk id="36" creationId="{3914D2BD-3C47-433D-81FE-DC6C39595F0E}"/>
          </ac:grpSpMkLst>
        </pc:grpChg>
        <pc:grpChg chg="add del">
          <ac:chgData name="Akshay Vanaparthi" userId="S::avanapar@stevens.edu::4ce464d2-caa1-4c93-a44f-f094e0534f0e" providerId="AD" clId="Web-{4A1BDE28-B2A6-475D-2EE9-7D875D7BDF38}" dt="2025-12-06T22:28:10.657" v="1352"/>
          <ac:grpSpMkLst>
            <pc:docMk/>
            <pc:sldMk cId="872172562" sldId="283"/>
            <ac:grpSpMk id="42" creationId="{859EF20D-5821-4F54-BD14-AB7D16330F88}"/>
          </ac:grpSpMkLst>
        </pc:grpChg>
        <pc:grpChg chg="add del">
          <ac:chgData name="Akshay Vanaparthi" userId="S::avanapar@stevens.edu::4ce464d2-caa1-4c93-a44f-f094e0534f0e" providerId="AD" clId="Web-{4A1BDE28-B2A6-475D-2EE9-7D875D7BDF38}" dt="2025-12-06T22:28:21.282" v="1356"/>
          <ac:grpSpMkLst>
            <pc:docMk/>
            <pc:sldMk cId="872172562" sldId="283"/>
            <ac:grpSpMk id="58" creationId="{A6F7768D-2C22-4F7C-8BCA-F460371D5CBB}"/>
          </ac:grpSpMkLst>
        </pc:grpChg>
        <pc:grpChg chg="add del">
          <ac:chgData name="Akshay Vanaparthi" userId="S::avanapar@stevens.edu::4ce464d2-caa1-4c93-a44f-f094e0534f0e" providerId="AD" clId="Web-{4A1BDE28-B2A6-475D-2EE9-7D875D7BDF38}" dt="2025-12-06T22:28:22.423" v="1358"/>
          <ac:grpSpMkLst>
            <pc:docMk/>
            <pc:sldMk cId="872172562" sldId="283"/>
            <ac:grpSpMk id="68" creationId="{93ECDB61-C78E-49AB-9D9C-862EAA5FFC62}"/>
          </ac:grpSpMkLst>
        </pc:grpChg>
        <pc:grpChg chg="add del">
          <ac:chgData name="Akshay Vanaparthi" userId="S::avanapar@stevens.edu::4ce464d2-caa1-4c93-a44f-f094e0534f0e" providerId="AD" clId="Web-{4A1BDE28-B2A6-475D-2EE9-7D875D7BDF38}" dt="2025-12-06T22:28:23.657" v="1360"/>
          <ac:grpSpMkLst>
            <pc:docMk/>
            <pc:sldMk cId="872172562" sldId="283"/>
            <ac:grpSpMk id="80" creationId="{CC277446-D71D-4C19-A013-95073D31A4FB}"/>
          </ac:grpSpMkLst>
        </pc:grpChg>
        <pc:grpChg chg="add">
          <ac:chgData name="Akshay Vanaparthi" userId="S::avanapar@stevens.edu::4ce464d2-caa1-4c93-a44f-f094e0534f0e" providerId="AD" clId="Web-{4A1BDE28-B2A6-475D-2EE9-7D875D7BDF38}" dt="2025-12-06T22:28:23.673" v="1361"/>
          <ac:grpSpMkLst>
            <pc:docMk/>
            <pc:sldMk cId="872172562" sldId="283"/>
            <ac:grpSpMk id="88" creationId="{93ECDB61-C78E-49AB-9D9C-862EAA5FFC62}"/>
          </ac:grpSpMkLst>
        </pc:grpChg>
        <pc:graphicFrameChg chg="add del mod ord modGraphic">
          <ac:chgData name="Akshay Vanaparthi" userId="S::avanapar@stevens.edu::4ce464d2-caa1-4c93-a44f-f094e0534f0e" providerId="AD" clId="Web-{4A1BDE28-B2A6-475D-2EE9-7D875D7BDF38}" dt="2025-12-06T22:28:23.673" v="1361"/>
          <ac:graphicFrameMkLst>
            <pc:docMk/>
            <pc:sldMk cId="872172562" sldId="283"/>
            <ac:graphicFrameMk id="5" creationId="{5C6A5CA9-CE96-85D0-86BF-67CE091B300E}"/>
          </ac:graphicFrameMkLst>
        </pc:graphicFrameChg>
        <pc:graphicFrameChg chg="add del">
          <ac:chgData name="Akshay Vanaparthi" userId="S::avanapar@stevens.edu::4ce464d2-caa1-4c93-a44f-f094e0534f0e" providerId="AD" clId="Web-{4A1BDE28-B2A6-475D-2EE9-7D875D7BDF38}" dt="2025-12-06T22:28:06.766" v="1348"/>
          <ac:graphicFrameMkLst>
            <pc:docMk/>
            <pc:sldMk cId="872172562" sldId="283"/>
            <ac:graphicFrameMk id="8" creationId="{5C6A5CA9-CE96-85D0-86BF-67CE091B300E}"/>
          </ac:graphicFrameMkLst>
        </pc:graphicFrameChg>
        <pc:graphicFrameChg chg="add del">
          <ac:chgData name="Akshay Vanaparthi" userId="S::avanapar@stevens.edu::4ce464d2-caa1-4c93-a44f-f094e0534f0e" providerId="AD" clId="Web-{4A1BDE28-B2A6-475D-2EE9-7D875D7BDF38}" dt="2025-12-06T22:28:07.969" v="1350"/>
          <ac:graphicFrameMkLst>
            <pc:docMk/>
            <pc:sldMk cId="872172562" sldId="283"/>
            <ac:graphicFrameMk id="33" creationId="{5C6A5CA9-CE96-85D0-86BF-67CE091B300E}"/>
          </ac:graphicFrameMkLst>
        </pc:graphicFrameChg>
        <pc:graphicFrameChg chg="add del">
          <ac:chgData name="Akshay Vanaparthi" userId="S::avanapar@stevens.edu::4ce464d2-caa1-4c93-a44f-f094e0534f0e" providerId="AD" clId="Web-{4A1BDE28-B2A6-475D-2EE9-7D875D7BDF38}" dt="2025-12-06T22:28:10.657" v="1352"/>
          <ac:graphicFrameMkLst>
            <pc:docMk/>
            <pc:sldMk cId="872172562" sldId="283"/>
            <ac:graphicFrameMk id="43" creationId="{5C6A5CA9-CE96-85D0-86BF-67CE091B300E}"/>
          </ac:graphicFrameMkLst>
        </pc:graphicFrameChg>
        <pc:graphicFrameChg chg="add del">
          <ac:chgData name="Akshay Vanaparthi" userId="S::avanapar@stevens.edu::4ce464d2-caa1-4c93-a44f-f094e0534f0e" providerId="AD" clId="Web-{4A1BDE28-B2A6-475D-2EE9-7D875D7BDF38}" dt="2025-12-06T22:28:16.876" v="1354"/>
          <ac:graphicFrameMkLst>
            <pc:docMk/>
            <pc:sldMk cId="872172562" sldId="283"/>
            <ac:graphicFrameMk id="53" creationId="{5C6A5CA9-CE96-85D0-86BF-67CE091B300E}"/>
          </ac:graphicFrameMkLst>
        </pc:graphicFrameChg>
        <pc:graphicFrameChg chg="add del">
          <ac:chgData name="Akshay Vanaparthi" userId="S::avanapar@stevens.edu::4ce464d2-caa1-4c93-a44f-f094e0534f0e" providerId="AD" clId="Web-{4A1BDE28-B2A6-475D-2EE9-7D875D7BDF38}" dt="2025-12-06T22:28:21.282" v="1356"/>
          <ac:graphicFrameMkLst>
            <pc:docMk/>
            <pc:sldMk cId="872172562" sldId="283"/>
            <ac:graphicFrameMk id="63" creationId="{5C6A5CA9-CE96-85D0-86BF-67CE091B300E}"/>
          </ac:graphicFrameMkLst>
        </pc:graphicFrameChg>
        <pc:graphicFrameChg chg="add del">
          <ac:chgData name="Akshay Vanaparthi" userId="S::avanapar@stevens.edu::4ce464d2-caa1-4c93-a44f-f094e0534f0e" providerId="AD" clId="Web-{4A1BDE28-B2A6-475D-2EE9-7D875D7BDF38}" dt="2025-12-06T22:28:22.423" v="1358"/>
          <ac:graphicFrameMkLst>
            <pc:docMk/>
            <pc:sldMk cId="872172562" sldId="283"/>
            <ac:graphicFrameMk id="75" creationId="{5C6A5CA9-CE96-85D0-86BF-67CE091B300E}"/>
          </ac:graphicFrameMkLst>
        </pc:graphicFrameChg>
        <pc:graphicFrameChg chg="add del">
          <ac:chgData name="Akshay Vanaparthi" userId="S::avanapar@stevens.edu::4ce464d2-caa1-4c93-a44f-f094e0534f0e" providerId="AD" clId="Web-{4A1BDE28-B2A6-475D-2EE9-7D875D7BDF38}" dt="2025-12-06T22:28:23.657" v="1360"/>
          <ac:graphicFrameMkLst>
            <pc:docMk/>
            <pc:sldMk cId="872172562" sldId="283"/>
            <ac:graphicFrameMk id="83" creationId="{5C6A5CA9-CE96-85D0-86BF-67CE091B300E}"/>
          </ac:graphicFrameMkLst>
        </pc:graphicFrameChg>
        <pc:graphicFrameChg chg="add mod modGraphic">
          <ac:chgData name="Akshay Vanaparthi" userId="S::avanapar@stevens.edu::4ce464d2-caa1-4c93-a44f-f094e0534f0e" providerId="AD" clId="Web-{4A1BDE28-B2A6-475D-2EE9-7D875D7BDF38}" dt="2025-12-06T22:31:35.041" v="1390"/>
          <ac:graphicFrameMkLst>
            <pc:docMk/>
            <pc:sldMk cId="872172562" sldId="283"/>
            <ac:graphicFrameMk id="95" creationId="{5C6A5CA9-CE96-85D0-86BF-67CE091B300E}"/>
          </ac:graphicFrameMkLst>
        </pc:graphicFrameChg>
        <pc:cxnChg chg="add del">
          <ac:chgData name="Akshay Vanaparthi" userId="S::avanapar@stevens.edu::4ce464d2-caa1-4c93-a44f-f094e0534f0e" providerId="AD" clId="Web-{4A1BDE28-B2A6-475D-2EE9-7D875D7BDF38}" dt="2025-12-06T22:28:06.766" v="1348"/>
          <ac:cxnSpMkLst>
            <pc:docMk/>
            <pc:sldMk cId="872172562" sldId="283"/>
            <ac:cxnSpMk id="23" creationId="{E32B0B7D-C67A-4103-B2F0-ACE40BD56D02}"/>
          </ac:cxnSpMkLst>
        </pc:cxnChg>
        <pc:cxnChg chg="add del">
          <ac:chgData name="Akshay Vanaparthi" userId="S::avanapar@stevens.edu::4ce464d2-caa1-4c93-a44f-f094e0534f0e" providerId="AD" clId="Web-{4A1BDE28-B2A6-475D-2EE9-7D875D7BDF38}" dt="2025-12-06T22:28:21.282" v="1356"/>
          <ac:cxnSpMkLst>
            <pc:docMk/>
            <pc:sldMk cId="872172562" sldId="283"/>
            <ac:cxnSpMk id="62" creationId="{ED77D0F5-35D0-4892-A2EA-D841FF883046}"/>
          </ac:cxnSpMkLst>
        </pc:cxnChg>
      </pc:sldChg>
      <pc:sldChg chg="modSp">
        <pc:chgData name="Akshay Vanaparthi" userId="S::avanapar@stevens.edu::4ce464d2-caa1-4c93-a44f-f094e0534f0e" providerId="AD" clId="Web-{4A1BDE28-B2A6-475D-2EE9-7D875D7BDF38}" dt="2025-12-06T22:52:21.135" v="1730" actId="1076"/>
        <pc:sldMkLst>
          <pc:docMk/>
          <pc:sldMk cId="1201860339" sldId="284"/>
        </pc:sldMkLst>
        <pc:spChg chg="mod">
          <ac:chgData name="Akshay Vanaparthi" userId="S::avanapar@stevens.edu::4ce464d2-caa1-4c93-a44f-f094e0534f0e" providerId="AD" clId="Web-{4A1BDE28-B2A6-475D-2EE9-7D875D7BDF38}" dt="2025-12-06T22:51:27.176" v="1718" actId="1076"/>
          <ac:spMkLst>
            <pc:docMk/>
            <pc:sldMk cId="1201860339" sldId="284"/>
            <ac:spMk id="2" creationId="{9E91BBE6-936E-04AF-C396-0824A381016F}"/>
          </ac:spMkLst>
        </pc:spChg>
        <pc:spChg chg="mod">
          <ac:chgData name="Akshay Vanaparthi" userId="S::avanapar@stevens.edu::4ce464d2-caa1-4c93-a44f-f094e0534f0e" providerId="AD" clId="Web-{4A1BDE28-B2A6-475D-2EE9-7D875D7BDF38}" dt="2025-12-06T22:52:21.135" v="1730" actId="1076"/>
          <ac:spMkLst>
            <pc:docMk/>
            <pc:sldMk cId="1201860339" sldId="284"/>
            <ac:spMk id="2113" creationId="{74226588-7D46-814D-439C-3699D3469B42}"/>
          </ac:spMkLst>
        </pc:spChg>
      </pc:sldChg>
      <pc:sldChg chg="modSp">
        <pc:chgData name="Akshay Vanaparthi" userId="S::avanapar@stevens.edu::4ce464d2-caa1-4c93-a44f-f094e0534f0e" providerId="AD" clId="Web-{4A1BDE28-B2A6-475D-2EE9-7D875D7BDF38}" dt="2025-12-06T22:51:55.539" v="1725" actId="1076"/>
        <pc:sldMkLst>
          <pc:docMk/>
          <pc:sldMk cId="3047354070" sldId="287"/>
        </pc:sldMkLst>
        <pc:picChg chg="mod">
          <ac:chgData name="Akshay Vanaparthi" userId="S::avanapar@stevens.edu::4ce464d2-caa1-4c93-a44f-f094e0534f0e" providerId="AD" clId="Web-{4A1BDE28-B2A6-475D-2EE9-7D875D7BDF38}" dt="2025-12-06T22:51:55.539" v="1725" actId="1076"/>
          <ac:picMkLst>
            <pc:docMk/>
            <pc:sldMk cId="3047354070" sldId="287"/>
            <ac:picMk id="10" creationId="{E1E022A4-E7D4-9EAD-75CE-82DF7C00BA61}"/>
          </ac:picMkLst>
        </pc:picChg>
      </pc:sldChg>
      <pc:sldChg chg="modSp">
        <pc:chgData name="Akshay Vanaparthi" userId="S::avanapar@stevens.edu::4ce464d2-caa1-4c93-a44f-f094e0534f0e" providerId="AD" clId="Web-{4A1BDE28-B2A6-475D-2EE9-7D875D7BDF38}" dt="2025-12-06T22:52:39.684" v="1732" actId="1076"/>
        <pc:sldMkLst>
          <pc:docMk/>
          <pc:sldMk cId="1519775149" sldId="288"/>
        </pc:sldMkLst>
        <pc:picChg chg="mod">
          <ac:chgData name="Akshay Vanaparthi" userId="S::avanapar@stevens.edu::4ce464d2-caa1-4c93-a44f-f094e0534f0e" providerId="AD" clId="Web-{4A1BDE28-B2A6-475D-2EE9-7D875D7BDF38}" dt="2025-12-06T22:52:39.684" v="1732" actId="1076"/>
          <ac:picMkLst>
            <pc:docMk/>
            <pc:sldMk cId="1519775149" sldId="288"/>
            <ac:picMk id="25" creationId="{3F7417BA-54C0-DD08-953E-61E7BD0942A0}"/>
          </ac:picMkLst>
        </pc:picChg>
      </pc:sldChg>
      <pc:sldChg chg="modSp">
        <pc:chgData name="Akshay Vanaparthi" userId="S::avanapar@stevens.edu::4ce464d2-caa1-4c93-a44f-f094e0534f0e" providerId="AD" clId="Web-{4A1BDE28-B2A6-475D-2EE9-7D875D7BDF38}" dt="2025-12-06T22:54:24.145" v="1757" actId="14100"/>
        <pc:sldMkLst>
          <pc:docMk/>
          <pc:sldMk cId="3936839097" sldId="289"/>
        </pc:sldMkLst>
        <pc:spChg chg="mod">
          <ac:chgData name="Akshay Vanaparthi" userId="S::avanapar@stevens.edu::4ce464d2-caa1-4c93-a44f-f094e0534f0e" providerId="AD" clId="Web-{4A1BDE28-B2A6-475D-2EE9-7D875D7BDF38}" dt="2025-12-06T22:54:17.832" v="1756" actId="20577"/>
          <ac:spMkLst>
            <pc:docMk/>
            <pc:sldMk cId="3936839097" sldId="289"/>
            <ac:spMk id="2" creationId="{CBF1933C-1E36-3492-F25F-501772701141}"/>
          </ac:spMkLst>
        </pc:spChg>
        <pc:spChg chg="mod">
          <ac:chgData name="Akshay Vanaparthi" userId="S::avanapar@stevens.edu::4ce464d2-caa1-4c93-a44f-f094e0534f0e" providerId="AD" clId="Web-{4A1BDE28-B2A6-475D-2EE9-7D875D7BDF38}" dt="2025-12-06T22:54:24.145" v="1757" actId="14100"/>
          <ac:spMkLst>
            <pc:docMk/>
            <pc:sldMk cId="3936839097" sldId="289"/>
            <ac:spMk id="3" creationId="{B42E2218-BC15-D0E8-6A0B-2D40F2436A44}"/>
          </ac:spMkLst>
        </pc:spChg>
      </pc:sldChg>
      <pc:sldChg chg="addSp delSp modSp new mod setBg">
        <pc:chgData name="Akshay Vanaparthi" userId="S::avanapar@stevens.edu::4ce464d2-caa1-4c93-a44f-f094e0534f0e" providerId="AD" clId="Web-{4A1BDE28-B2A6-475D-2EE9-7D875D7BDF38}" dt="2025-12-06T23:32:32.181" v="2020" actId="1076"/>
        <pc:sldMkLst>
          <pc:docMk/>
          <pc:sldMk cId="2282523956" sldId="291"/>
        </pc:sldMkLst>
        <pc:spChg chg="del mod">
          <ac:chgData name="Akshay Vanaparthi" userId="S::avanapar@stevens.edu::4ce464d2-caa1-4c93-a44f-f094e0534f0e" providerId="AD" clId="Web-{4A1BDE28-B2A6-475D-2EE9-7D875D7BDF38}" dt="2025-12-06T23:08:42.984" v="1948"/>
          <ac:spMkLst>
            <pc:docMk/>
            <pc:sldMk cId="2282523956" sldId="291"/>
            <ac:spMk id="2" creationId="{F2CFF3DA-5D81-ABFC-51E4-7183F8E81FAB}"/>
          </ac:spMkLst>
        </pc:spChg>
        <pc:spChg chg="del">
          <ac:chgData name="Akshay Vanaparthi" userId="S::avanapar@stevens.edu::4ce464d2-caa1-4c93-a44f-f094e0534f0e" providerId="AD" clId="Web-{4A1BDE28-B2A6-475D-2EE9-7D875D7BDF38}" dt="2025-12-06T23:05:22.543" v="1782"/>
          <ac:spMkLst>
            <pc:docMk/>
            <pc:sldMk cId="2282523956" sldId="291"/>
            <ac:spMk id="3" creationId="{900FAA75-ABF8-0535-774C-1F58711AA5E9}"/>
          </ac:spMkLst>
        </pc:spChg>
        <pc:spChg chg="add mod">
          <ac:chgData name="Akshay Vanaparthi" userId="S::avanapar@stevens.edu::4ce464d2-caa1-4c93-a44f-f094e0534f0e" providerId="AD" clId="Web-{4A1BDE28-B2A6-475D-2EE9-7D875D7BDF38}" dt="2025-12-06T23:32:32.181" v="2020" actId="1076"/>
          <ac:spMkLst>
            <pc:docMk/>
            <pc:sldMk cId="2282523956" sldId="291"/>
            <ac:spMk id="10" creationId="{75B2F3D5-480A-70A6-7DC4-140756ADA148}"/>
          </ac:spMkLst>
        </pc:spChg>
        <pc:spChg chg="add">
          <ac:chgData name="Akshay Vanaparthi" userId="S::avanapar@stevens.edu::4ce464d2-caa1-4c93-a44f-f094e0534f0e" providerId="AD" clId="Web-{4A1BDE28-B2A6-475D-2EE9-7D875D7BDF38}" dt="2025-12-06T23:05:28.777" v="1783"/>
          <ac:spMkLst>
            <pc:docMk/>
            <pc:sldMk cId="2282523956" sldId="291"/>
            <ac:spMk id="13" creationId="{059AD101-BC08-433A-AD99-409B66C2D2A7}"/>
          </ac:spMkLst>
        </pc:spChg>
        <pc:spChg chg="add">
          <ac:chgData name="Akshay Vanaparthi" userId="S::avanapar@stevens.edu::4ce464d2-caa1-4c93-a44f-f094e0534f0e" providerId="AD" clId="Web-{4A1BDE28-B2A6-475D-2EE9-7D875D7BDF38}" dt="2025-12-06T23:05:28.777" v="1783"/>
          <ac:spMkLst>
            <pc:docMk/>
            <pc:sldMk cId="2282523956" sldId="291"/>
            <ac:spMk id="15" creationId="{3E788242-4E16-4277-AC99-8601B722B507}"/>
          </ac:spMkLst>
        </pc:spChg>
        <pc:grpChg chg="add">
          <ac:chgData name="Akshay Vanaparthi" userId="S::avanapar@stevens.edu::4ce464d2-caa1-4c93-a44f-f094e0534f0e" providerId="AD" clId="Web-{4A1BDE28-B2A6-475D-2EE9-7D875D7BDF38}" dt="2025-12-06T23:05:28.777" v="1783"/>
          <ac:grpSpMkLst>
            <pc:docMk/>
            <pc:sldMk cId="2282523956" sldId="291"/>
            <ac:grpSpMk id="17" creationId="{87CB8D36-9DE0-44D4-B67A-16D4F212136D}"/>
          </ac:grpSpMkLst>
        </pc:grpChg>
        <pc:graphicFrameChg chg="add del mod ord modGraphic">
          <ac:chgData name="Akshay Vanaparthi" userId="S::avanapar@stevens.edu::4ce464d2-caa1-4c93-a44f-f094e0534f0e" providerId="AD" clId="Web-{4A1BDE28-B2A6-475D-2EE9-7D875D7BDF38}" dt="2025-12-06T23:05:28.777" v="1783"/>
          <ac:graphicFrameMkLst>
            <pc:docMk/>
            <pc:sldMk cId="2282523956" sldId="291"/>
            <ac:graphicFrameMk id="5" creationId="{B1F005A7-6C9B-CD0F-D5C0-0447017C0487}"/>
          </ac:graphicFrameMkLst>
        </pc:graphicFrameChg>
        <pc:graphicFrameChg chg="add mod modGraphic">
          <ac:chgData name="Akshay Vanaparthi" userId="S::avanapar@stevens.edu::4ce464d2-caa1-4c93-a44f-f094e0534f0e" providerId="AD" clId="Web-{4A1BDE28-B2A6-475D-2EE9-7D875D7BDF38}" dt="2025-12-06T23:07:58.045" v="1884"/>
          <ac:graphicFrameMkLst>
            <pc:docMk/>
            <pc:sldMk cId="2282523956" sldId="291"/>
            <ac:graphicFrameMk id="8" creationId="{B1F005A7-6C9B-CD0F-D5C0-0447017C0487}"/>
          </ac:graphicFrameMkLst>
        </pc:graphicFrameChg>
      </pc:sldChg>
      <pc:sldChg chg="addSp delSp modSp new del">
        <pc:chgData name="Akshay Vanaparthi" userId="S::avanapar@stevens.edu::4ce464d2-caa1-4c93-a44f-f094e0534f0e" providerId="AD" clId="Web-{4A1BDE28-B2A6-475D-2EE9-7D875D7BDF38}" dt="2025-12-06T23:08:47.360" v="1949"/>
        <pc:sldMkLst>
          <pc:docMk/>
          <pc:sldMk cId="1817560662" sldId="292"/>
        </pc:sldMkLst>
        <pc:spChg chg="add del">
          <ac:chgData name="Akshay Vanaparthi" userId="S::avanapar@stevens.edu::4ce464d2-caa1-4c93-a44f-f094e0534f0e" providerId="AD" clId="Web-{4A1BDE28-B2A6-475D-2EE9-7D875D7BDF38}" dt="2025-12-06T23:06:13.809" v="1790"/>
          <ac:spMkLst>
            <pc:docMk/>
            <pc:sldMk cId="1817560662" sldId="292"/>
            <ac:spMk id="3" creationId="{D802C06C-C162-CBE0-41D8-8E3EFC6B3402}"/>
          </ac:spMkLst>
        </pc:spChg>
        <pc:graphicFrameChg chg="add del mod ord modGraphic">
          <ac:chgData name="Akshay Vanaparthi" userId="S::avanapar@stevens.edu::4ce464d2-caa1-4c93-a44f-f094e0534f0e" providerId="AD" clId="Web-{4A1BDE28-B2A6-475D-2EE9-7D875D7BDF38}" dt="2025-12-06T23:06:13.809" v="1790"/>
          <ac:graphicFrameMkLst>
            <pc:docMk/>
            <pc:sldMk cId="1817560662" sldId="292"/>
            <ac:graphicFrameMk id="5" creationId="{62EC24B3-41E1-F049-351A-1685EAEFCBD5}"/>
          </ac:graphicFrameMkLst>
        </pc:graphicFrameChg>
        <pc:graphicFrameChg chg="add del mod modGraphic">
          <ac:chgData name="Akshay Vanaparthi" userId="S::avanapar@stevens.edu::4ce464d2-caa1-4c93-a44f-f094e0534f0e" providerId="AD" clId="Web-{4A1BDE28-B2A6-475D-2EE9-7D875D7BDF38}" dt="2025-12-06T23:06:41.747" v="1796"/>
          <ac:graphicFrameMkLst>
            <pc:docMk/>
            <pc:sldMk cId="1817560662" sldId="292"/>
            <ac:graphicFrameMk id="7" creationId="{F628E3BA-A1BD-316F-A1F9-26FDA28E1669}"/>
          </ac:graphicFrameMkLst>
        </pc:graphicFrameChg>
      </pc:sldChg>
      <pc:sldChg chg="modSp">
        <pc:chgData name="Akshay Vanaparthi" userId="S::avanapar@stevens.edu::4ce464d2-caa1-4c93-a44f-f094e0534f0e" providerId="AD" clId="Web-{4A1BDE28-B2A6-475D-2EE9-7D875D7BDF38}" dt="2025-12-06T23:20:44.181" v="1958" actId="14100"/>
        <pc:sldMkLst>
          <pc:docMk/>
          <pc:sldMk cId="831189367" sldId="294"/>
        </pc:sldMkLst>
        <pc:spChg chg="mod">
          <ac:chgData name="Akshay Vanaparthi" userId="S::avanapar@stevens.edu::4ce464d2-caa1-4c93-a44f-f094e0534f0e" providerId="AD" clId="Web-{4A1BDE28-B2A6-475D-2EE9-7D875D7BDF38}" dt="2025-12-06T23:20:44.181" v="1958" actId="14100"/>
          <ac:spMkLst>
            <pc:docMk/>
            <pc:sldMk cId="831189367" sldId="294"/>
            <ac:spMk id="2" creationId="{6EFE2E4C-EEB8-338B-8A2C-B0261B81C849}"/>
          </ac:spMkLst>
        </pc:spChg>
      </pc:sldChg>
      <pc:sldChg chg="add del">
        <pc:chgData name="Akshay Vanaparthi" userId="S::avanapar@stevens.edu::4ce464d2-caa1-4c93-a44f-f094e0534f0e" providerId="AD" clId="Web-{4A1BDE28-B2A6-475D-2EE9-7D875D7BDF38}" dt="2025-12-06T23:12:54.228" v="1956"/>
        <pc:sldMkLst>
          <pc:docMk/>
          <pc:sldMk cId="4164766277" sldId="294"/>
        </pc:sldMkLst>
      </pc:sldChg>
      <pc:sldChg chg="addSp delSp modSp new mod ord setBg">
        <pc:chgData name="Akshay Vanaparthi" userId="S::avanapar@stevens.edu::4ce464d2-caa1-4c93-a44f-f094e0534f0e" providerId="AD" clId="Web-{4A1BDE28-B2A6-475D-2EE9-7D875D7BDF38}" dt="2025-12-06T23:31:15.897" v="2011" actId="20577"/>
        <pc:sldMkLst>
          <pc:docMk/>
          <pc:sldMk cId="1874506683" sldId="295"/>
        </pc:sldMkLst>
        <pc:spChg chg="del mod">
          <ac:chgData name="Akshay Vanaparthi" userId="S::avanapar@stevens.edu::4ce464d2-caa1-4c93-a44f-f094e0534f0e" providerId="AD" clId="Web-{4A1BDE28-B2A6-475D-2EE9-7D875D7BDF38}" dt="2025-12-06T23:28:26.904" v="1989"/>
          <ac:spMkLst>
            <pc:docMk/>
            <pc:sldMk cId="1874506683" sldId="295"/>
            <ac:spMk id="2" creationId="{73DC9796-C23D-4056-DDED-6A435E38A53A}"/>
          </ac:spMkLst>
        </pc:spChg>
        <pc:spChg chg="del">
          <ac:chgData name="Akshay Vanaparthi" userId="S::avanapar@stevens.edu::4ce464d2-caa1-4c93-a44f-f094e0534f0e" providerId="AD" clId="Web-{4A1BDE28-B2A6-475D-2EE9-7D875D7BDF38}" dt="2025-12-06T23:26:25.691" v="1961"/>
          <ac:spMkLst>
            <pc:docMk/>
            <pc:sldMk cId="1874506683" sldId="295"/>
            <ac:spMk id="3" creationId="{A653BB12-43FC-01D4-0B3A-D865244C310C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3:26:52.006" v="1969"/>
          <ac:spMkLst>
            <pc:docMk/>
            <pc:sldMk cId="1874506683" sldId="295"/>
            <ac:spMk id="10" creationId="{B62E0F97-3B68-4A9A-81FD-184E8051D278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3:26:52.006" v="1969"/>
          <ac:spMkLst>
            <pc:docMk/>
            <pc:sldMk cId="1874506683" sldId="295"/>
            <ac:spMk id="12" creationId="{1A9C0995-256A-4F90-97D6-FB8958A5D433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3:27:49.495" v="1975"/>
          <ac:spMkLst>
            <pc:docMk/>
            <pc:sldMk cId="1874506683" sldId="295"/>
            <ac:spMk id="13" creationId="{059AD101-BC08-433A-AD99-409B66C2D2A7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3:26:52.006" v="1969"/>
          <ac:spMkLst>
            <pc:docMk/>
            <pc:sldMk cId="1874506683" sldId="295"/>
            <ac:spMk id="14" creationId="{A8C4A48C-F8E4-40F0-B8C7-796C50B4C9F3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3:27:49.495" v="1975"/>
          <ac:spMkLst>
            <pc:docMk/>
            <pc:sldMk cId="1874506683" sldId="295"/>
            <ac:spMk id="15" creationId="{3E788242-4E16-4277-AC99-8601B722B507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3:26:56.897" v="1971"/>
          <ac:spMkLst>
            <pc:docMk/>
            <pc:sldMk cId="1874506683" sldId="295"/>
            <ac:spMk id="20" creationId="{916F6374-2300-41FF-BA7E-22FADCD95D3B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3:26:56.897" v="1971"/>
          <ac:spMkLst>
            <pc:docMk/>
            <pc:sldMk cId="1874506683" sldId="295"/>
            <ac:spMk id="22" creationId="{90864D9E-0A0C-482E-86DE-9C4E729C38D7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3:26:56.897" v="1971"/>
          <ac:spMkLst>
            <pc:docMk/>
            <pc:sldMk cId="1874506683" sldId="295"/>
            <ac:spMk id="31" creationId="{2293296F-4C3A-4530-98F5-F83646ACE913}"/>
          </ac:spMkLst>
        </pc:spChg>
        <pc:spChg chg="add mod">
          <ac:chgData name="Akshay Vanaparthi" userId="S::avanapar@stevens.edu::4ce464d2-caa1-4c93-a44f-f094e0534f0e" providerId="AD" clId="Web-{4A1BDE28-B2A6-475D-2EE9-7D875D7BDF38}" dt="2025-12-06T23:31:15.897" v="2011" actId="20577"/>
          <ac:spMkLst>
            <pc:docMk/>
            <pc:sldMk cId="1874506683" sldId="295"/>
            <ac:spMk id="36" creationId="{28868038-5405-FC0B-A7C7-1DE9F1A80DC1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3:27:49.432" v="1974"/>
          <ac:spMkLst>
            <pc:docMk/>
            <pc:sldMk cId="1874506683" sldId="295"/>
            <ac:spMk id="42" creationId="{059AD101-BC08-433A-AD99-409B66C2D2A7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3:27:49.432" v="1974"/>
          <ac:spMkLst>
            <pc:docMk/>
            <pc:sldMk cId="1874506683" sldId="295"/>
            <ac:spMk id="44" creationId="{3E788242-4E16-4277-AC99-8601B722B507}"/>
          </ac:spMkLst>
        </pc:spChg>
        <pc:spChg chg="add">
          <ac:chgData name="Akshay Vanaparthi" userId="S::avanapar@stevens.edu::4ce464d2-caa1-4c93-a44f-f094e0534f0e" providerId="AD" clId="Web-{4A1BDE28-B2A6-475D-2EE9-7D875D7BDF38}" dt="2025-12-06T23:27:49.495" v="1975"/>
          <ac:spMkLst>
            <pc:docMk/>
            <pc:sldMk cId="1874506683" sldId="295"/>
            <ac:spMk id="52" creationId="{059AD101-BC08-433A-AD99-409B66C2D2A7}"/>
          </ac:spMkLst>
        </pc:spChg>
        <pc:spChg chg="add del">
          <ac:chgData name="Akshay Vanaparthi" userId="S::avanapar@stevens.edu::4ce464d2-caa1-4c93-a44f-f094e0534f0e" providerId="AD" clId="Web-{4A1BDE28-B2A6-475D-2EE9-7D875D7BDF38}" dt="2025-12-06T23:28:24.888" v="1988"/>
          <ac:spMkLst>
            <pc:docMk/>
            <pc:sldMk cId="1874506683" sldId="295"/>
            <ac:spMk id="53" creationId="{3E788242-4E16-4277-AC99-8601B722B507}"/>
          </ac:spMkLst>
        </pc:spChg>
        <pc:grpChg chg="add del">
          <ac:chgData name="Akshay Vanaparthi" userId="S::avanapar@stevens.edu::4ce464d2-caa1-4c93-a44f-f094e0534f0e" providerId="AD" clId="Web-{4A1BDE28-B2A6-475D-2EE9-7D875D7BDF38}" dt="2025-12-06T23:26:52.006" v="1969"/>
          <ac:grpSpMkLst>
            <pc:docMk/>
            <pc:sldMk cId="1874506683" sldId="295"/>
            <ac:grpSpMk id="16" creationId="{93ECDB61-C78E-49AB-9D9C-862EAA5FFC62}"/>
          </ac:grpSpMkLst>
        </pc:grpChg>
        <pc:grpChg chg="add del">
          <ac:chgData name="Akshay Vanaparthi" userId="S::avanapar@stevens.edu::4ce464d2-caa1-4c93-a44f-f094e0534f0e" providerId="AD" clId="Web-{4A1BDE28-B2A6-475D-2EE9-7D875D7BDF38}" dt="2025-12-06T23:27:49.495" v="1975"/>
          <ac:grpSpMkLst>
            <pc:docMk/>
            <pc:sldMk cId="1874506683" sldId="295"/>
            <ac:grpSpMk id="17" creationId="{87CB8D36-9DE0-44D4-B67A-16D4F212136D}"/>
          </ac:grpSpMkLst>
        </pc:grpChg>
        <pc:grpChg chg="add del">
          <ac:chgData name="Akshay Vanaparthi" userId="S::avanapar@stevens.edu::4ce464d2-caa1-4c93-a44f-f094e0534f0e" providerId="AD" clId="Web-{4A1BDE28-B2A6-475D-2EE9-7D875D7BDF38}" dt="2025-12-06T23:26:56.897" v="1971"/>
          <ac:grpSpMkLst>
            <pc:docMk/>
            <pc:sldMk cId="1874506683" sldId="295"/>
            <ac:grpSpMk id="24" creationId="{859EF20D-5821-4F54-BD14-AB7D16330F88}"/>
          </ac:grpSpMkLst>
        </pc:grpChg>
        <pc:grpChg chg="add del">
          <ac:chgData name="Akshay Vanaparthi" userId="S::avanapar@stevens.edu::4ce464d2-caa1-4c93-a44f-f094e0534f0e" providerId="AD" clId="Web-{4A1BDE28-B2A6-475D-2EE9-7D875D7BDF38}" dt="2025-12-06T23:26:56.897" v="1971"/>
          <ac:grpSpMkLst>
            <pc:docMk/>
            <pc:sldMk cId="1874506683" sldId="295"/>
            <ac:grpSpMk id="32" creationId="{3914D2BD-3C47-433D-81FE-DC6C39595F0E}"/>
          </ac:grpSpMkLst>
        </pc:grpChg>
        <pc:grpChg chg="add del">
          <ac:chgData name="Akshay Vanaparthi" userId="S::avanapar@stevens.edu::4ce464d2-caa1-4c93-a44f-f094e0534f0e" providerId="AD" clId="Web-{4A1BDE28-B2A6-475D-2EE9-7D875D7BDF38}" dt="2025-12-06T23:27:49.432" v="1974"/>
          <ac:grpSpMkLst>
            <pc:docMk/>
            <pc:sldMk cId="1874506683" sldId="295"/>
            <ac:grpSpMk id="46" creationId="{87CB8D36-9DE0-44D4-B67A-16D4F212136D}"/>
          </ac:grpSpMkLst>
        </pc:grpChg>
        <pc:grpChg chg="add">
          <ac:chgData name="Akshay Vanaparthi" userId="S::avanapar@stevens.edu::4ce464d2-caa1-4c93-a44f-f094e0534f0e" providerId="AD" clId="Web-{4A1BDE28-B2A6-475D-2EE9-7D875D7BDF38}" dt="2025-12-06T23:27:49.495" v="1975"/>
          <ac:grpSpMkLst>
            <pc:docMk/>
            <pc:sldMk cId="1874506683" sldId="295"/>
            <ac:grpSpMk id="54" creationId="{87CB8D36-9DE0-44D4-B67A-16D4F212136D}"/>
          </ac:grpSpMkLst>
        </pc:grpChg>
        <pc:graphicFrameChg chg="add del mod ord modGraphic">
          <ac:chgData name="Akshay Vanaparthi" userId="S::avanapar@stevens.edu::4ce464d2-caa1-4c93-a44f-f094e0534f0e" providerId="AD" clId="Web-{4A1BDE28-B2A6-475D-2EE9-7D875D7BDF38}" dt="2025-12-06T23:26:56.912" v="1972"/>
          <ac:graphicFrameMkLst>
            <pc:docMk/>
            <pc:sldMk cId="1874506683" sldId="295"/>
            <ac:graphicFrameMk id="5" creationId="{0DBC9135-92A7-5517-7F3B-C5249492AB4C}"/>
          </ac:graphicFrameMkLst>
        </pc:graphicFrameChg>
        <pc:graphicFrameChg chg="add mod modGraphic">
          <ac:chgData name="Akshay Vanaparthi" userId="S::avanapar@stevens.edu::4ce464d2-caa1-4c93-a44f-f094e0534f0e" providerId="AD" clId="Web-{4A1BDE28-B2A6-475D-2EE9-7D875D7BDF38}" dt="2025-12-06T23:28:36.451" v="1991"/>
          <ac:graphicFrameMkLst>
            <pc:docMk/>
            <pc:sldMk cId="1874506683" sldId="295"/>
            <ac:graphicFrameMk id="8" creationId="{0DBC9135-92A7-5517-7F3B-C5249492AB4C}"/>
          </ac:graphicFrameMkLst>
        </pc:graphicFrameChg>
      </pc:sldChg>
    </pc:docChg>
  </pc:docChgLst>
  <pc:docChgLst>
    <pc:chgData name="Bhawna -" userId="S::bhawna@stevens.edu::3069e700-3a39-45e3-83eb-00d4cd80eaa2" providerId="AD" clId="Web-{0E860735-E327-1944-0207-9C597B902B80}"/>
    <pc:docChg chg="addSld modSld">
      <pc:chgData name="Bhawna -" userId="S::bhawna@stevens.edu::3069e700-3a39-45e3-83eb-00d4cd80eaa2" providerId="AD" clId="Web-{0E860735-E327-1944-0207-9C597B902B80}" dt="2025-12-06T22:13:59.073" v="80" actId="20577"/>
      <pc:docMkLst>
        <pc:docMk/>
      </pc:docMkLst>
      <pc:sldChg chg="modSp">
        <pc:chgData name="Bhawna -" userId="S::bhawna@stevens.edu::3069e700-3a39-45e3-83eb-00d4cd80eaa2" providerId="AD" clId="Web-{0E860735-E327-1944-0207-9C597B902B80}" dt="2025-12-06T22:13:00.135" v="72" actId="1076"/>
        <pc:sldMkLst>
          <pc:docMk/>
          <pc:sldMk cId="1782416329" sldId="269"/>
        </pc:sldMkLst>
        <pc:graphicFrameChg chg="mod">
          <ac:chgData name="Bhawna -" userId="S::bhawna@stevens.edu::3069e700-3a39-45e3-83eb-00d4cd80eaa2" providerId="AD" clId="Web-{0E860735-E327-1944-0207-9C597B902B80}" dt="2025-12-06T22:13:00.135" v="72" actId="1076"/>
          <ac:graphicFrameMkLst>
            <pc:docMk/>
            <pc:sldMk cId="1782416329" sldId="269"/>
            <ac:graphicFrameMk id="5" creationId="{2995AC2D-DF2C-0AAB-7FE5-24363CFD49B5}"/>
          </ac:graphicFrameMkLst>
        </pc:graphicFrameChg>
      </pc:sldChg>
      <pc:sldChg chg="addSp delSp modSp new mod setBg">
        <pc:chgData name="Bhawna -" userId="S::bhawna@stevens.edu::3069e700-3a39-45e3-83eb-00d4cd80eaa2" providerId="AD" clId="Web-{0E860735-E327-1944-0207-9C597B902B80}" dt="2025-12-06T22:13:59.073" v="80" actId="20577"/>
        <pc:sldMkLst>
          <pc:docMk/>
          <pc:sldMk cId="1912746867" sldId="281"/>
        </pc:sldMkLst>
        <pc:spChg chg="mod">
          <ac:chgData name="Bhawna -" userId="S::bhawna@stevens.edu::3069e700-3a39-45e3-83eb-00d4cd80eaa2" providerId="AD" clId="Web-{0E860735-E327-1944-0207-9C597B902B80}" dt="2025-12-06T22:13:59.073" v="80" actId="20577"/>
          <ac:spMkLst>
            <pc:docMk/>
            <pc:sldMk cId="1912746867" sldId="281"/>
            <ac:spMk id="2" creationId="{9BCFB484-F74C-3011-DB25-4A58F58230BF}"/>
          </ac:spMkLst>
        </pc:spChg>
        <pc:spChg chg="del">
          <ac:chgData name="Bhawna -" userId="S::bhawna@stevens.edu::3069e700-3a39-45e3-83eb-00d4cd80eaa2" providerId="AD" clId="Web-{0E860735-E327-1944-0207-9C597B902B80}" dt="2025-12-06T22:07:17.831" v="1"/>
          <ac:spMkLst>
            <pc:docMk/>
            <pc:sldMk cId="1912746867" sldId="281"/>
            <ac:spMk id="3" creationId="{C8C98CAA-373E-C2CE-CDCB-524B7464E854}"/>
          </ac:spMkLst>
        </pc:spChg>
        <pc:spChg chg="add del">
          <ac:chgData name="Bhawna -" userId="S::bhawna@stevens.edu::3069e700-3a39-45e3-83eb-00d4cd80eaa2" providerId="AD" clId="Web-{0E860735-E327-1944-0207-9C597B902B80}" dt="2025-12-06T22:07:24.570" v="3"/>
          <ac:spMkLst>
            <pc:docMk/>
            <pc:sldMk cId="1912746867" sldId="281"/>
            <ac:spMk id="8" creationId="{EDF7791E-927A-7682-FAE2-DAC6D3E21B82}"/>
          </ac:spMkLst>
        </pc:spChg>
        <pc:spChg chg="add">
          <ac:chgData name="Bhawna -" userId="S::bhawna@stevens.edu::3069e700-3a39-45e3-83eb-00d4cd80eaa2" providerId="AD" clId="Web-{0E860735-E327-1944-0207-9C597B902B80}" dt="2025-12-06T22:08:55.575" v="9"/>
          <ac:spMkLst>
            <pc:docMk/>
            <pc:sldMk cId="1912746867" sldId="281"/>
            <ac:spMk id="10" creationId="{2293296F-4C3A-4530-98F5-F83646ACE913}"/>
          </ac:spMkLst>
        </pc:spChg>
        <pc:spChg chg="add del">
          <ac:chgData name="Bhawna -" userId="S::bhawna@stevens.edu::3069e700-3a39-45e3-83eb-00d4cd80eaa2" providerId="AD" clId="Web-{0E860735-E327-1944-0207-9C597B902B80}" dt="2025-12-06T22:07:24.570" v="3"/>
          <ac:spMkLst>
            <pc:docMk/>
            <pc:sldMk cId="1912746867" sldId="281"/>
            <ac:spMk id="11" creationId="{AE6FDE22-1F54-452D-A9BA-1BE9FDB53450}"/>
          </ac:spMkLst>
        </pc:spChg>
        <pc:spChg chg="add del">
          <ac:chgData name="Bhawna -" userId="S::bhawna@stevens.edu::3069e700-3a39-45e3-83eb-00d4cd80eaa2" providerId="AD" clId="Web-{0E860735-E327-1944-0207-9C597B902B80}" dt="2025-12-06T22:07:24.570" v="3"/>
          <ac:spMkLst>
            <pc:docMk/>
            <pc:sldMk cId="1912746867" sldId="281"/>
            <ac:spMk id="13" creationId="{F06127CE-6F15-49AE-9751-398F3AC67163}"/>
          </ac:spMkLst>
        </pc:spChg>
        <pc:spChg chg="add">
          <ac:chgData name="Bhawna -" userId="S::bhawna@stevens.edu::3069e700-3a39-45e3-83eb-00d4cd80eaa2" providerId="AD" clId="Web-{0E860735-E327-1944-0207-9C597B902B80}" dt="2025-12-06T22:08:55.575" v="9"/>
          <ac:spMkLst>
            <pc:docMk/>
            <pc:sldMk cId="1912746867" sldId="281"/>
            <ac:spMk id="20" creationId="{916F6374-2300-41FF-BA7E-22FADCD95D3B}"/>
          </ac:spMkLst>
        </pc:spChg>
        <pc:spChg chg="add">
          <ac:chgData name="Bhawna -" userId="S::bhawna@stevens.edu::3069e700-3a39-45e3-83eb-00d4cd80eaa2" providerId="AD" clId="Web-{0E860735-E327-1944-0207-9C597B902B80}" dt="2025-12-06T22:08:55.575" v="9"/>
          <ac:spMkLst>
            <pc:docMk/>
            <pc:sldMk cId="1912746867" sldId="281"/>
            <ac:spMk id="22" creationId="{90864D9E-0A0C-482E-86DE-9C4E729C38D7}"/>
          </ac:spMkLst>
        </pc:spChg>
        <pc:grpChg chg="add">
          <ac:chgData name="Bhawna -" userId="S::bhawna@stevens.edu::3069e700-3a39-45e3-83eb-00d4cd80eaa2" providerId="AD" clId="Web-{0E860735-E327-1944-0207-9C597B902B80}" dt="2025-12-06T22:08:55.575" v="9"/>
          <ac:grpSpMkLst>
            <pc:docMk/>
            <pc:sldMk cId="1912746867" sldId="281"/>
            <ac:grpSpMk id="12" creationId="{3914D2BD-3C47-433D-81FE-DC6C39595F0E}"/>
          </ac:grpSpMkLst>
        </pc:grpChg>
        <pc:grpChg chg="add del">
          <ac:chgData name="Bhawna -" userId="S::bhawna@stevens.edu::3069e700-3a39-45e3-83eb-00d4cd80eaa2" providerId="AD" clId="Web-{0E860735-E327-1944-0207-9C597B902B80}" dt="2025-12-06T22:07:24.570" v="3"/>
          <ac:grpSpMkLst>
            <pc:docMk/>
            <pc:sldMk cId="1912746867" sldId="281"/>
            <ac:grpSpMk id="15" creationId="{FCAB7548-8099-4066-AA4A-668904679008}"/>
          </ac:grpSpMkLst>
        </pc:grpChg>
        <pc:grpChg chg="add">
          <ac:chgData name="Bhawna -" userId="S::bhawna@stevens.edu::3069e700-3a39-45e3-83eb-00d4cd80eaa2" providerId="AD" clId="Web-{0E860735-E327-1944-0207-9C597B902B80}" dt="2025-12-06T22:08:55.575" v="9"/>
          <ac:grpSpMkLst>
            <pc:docMk/>
            <pc:sldMk cId="1912746867" sldId="281"/>
            <ac:grpSpMk id="24" creationId="{55AB4E6D-DF14-460C-9AFF-107845893552}"/>
          </ac:grpSpMkLst>
        </pc:grpChg>
        <pc:picChg chg="add mod ord">
          <ac:chgData name="Bhawna -" userId="S::bhawna@stevens.edu::3069e700-3a39-45e3-83eb-00d4cd80eaa2" providerId="AD" clId="Web-{0E860735-E327-1944-0207-9C597B902B80}" dt="2025-12-06T22:10:50.970" v="28" actId="1076"/>
          <ac:picMkLst>
            <pc:docMk/>
            <pc:sldMk cId="1912746867" sldId="281"/>
            <ac:picMk id="4" creationId="{D134354B-9DEA-F6D0-5E39-FB88722A497D}"/>
          </ac:picMkLst>
        </pc:picChg>
        <pc:picChg chg="add mod">
          <ac:chgData name="Bhawna -" userId="S::bhawna@stevens.edu::3069e700-3a39-45e3-83eb-00d4cd80eaa2" providerId="AD" clId="Web-{0E860735-E327-1944-0207-9C597B902B80}" dt="2025-12-06T22:10:54.782" v="29" actId="1076"/>
          <ac:picMkLst>
            <pc:docMk/>
            <pc:sldMk cId="1912746867" sldId="281"/>
            <ac:picMk id="5" creationId="{2106339E-B8BA-BC4D-1C64-8E3CD069791B}"/>
          </ac:picMkLst>
        </pc:picChg>
      </pc:sldChg>
    </pc:docChg>
  </pc:docChgLst>
  <pc:docChgLst>
    <pc:chgData name="Bhawna -" userId="S::bhawna@stevens.edu::3069e700-3a39-45e3-83eb-00d4cd80eaa2" providerId="AD" clId="Web-{E493ADC2-3CE0-0A90-1237-23AB5765291F}"/>
    <pc:docChg chg="addSld delSld modSld sldOrd">
      <pc:chgData name="Bhawna -" userId="S::bhawna@stevens.edu::3069e700-3a39-45e3-83eb-00d4cd80eaa2" providerId="AD" clId="Web-{E493ADC2-3CE0-0A90-1237-23AB5765291F}" dt="2025-12-06T23:24:50.313" v="308"/>
      <pc:docMkLst>
        <pc:docMk/>
      </pc:docMkLst>
      <pc:sldChg chg="addSp delSp modSp">
        <pc:chgData name="Bhawna -" userId="S::bhawna@stevens.edu::3069e700-3a39-45e3-83eb-00d4cd80eaa2" providerId="AD" clId="Web-{E493ADC2-3CE0-0A90-1237-23AB5765291F}" dt="2025-12-06T23:24:04.420" v="306"/>
        <pc:sldMkLst>
          <pc:docMk/>
          <pc:sldMk cId="695163631" sldId="265"/>
        </pc:sldMkLst>
        <pc:spChg chg="mod">
          <ac:chgData name="Bhawna -" userId="S::bhawna@stevens.edu::3069e700-3a39-45e3-83eb-00d4cd80eaa2" providerId="AD" clId="Web-{E493ADC2-3CE0-0A90-1237-23AB5765291F}" dt="2025-12-06T23:24:04.420" v="306"/>
          <ac:spMkLst>
            <pc:docMk/>
            <pc:sldMk cId="695163631" sldId="265"/>
            <ac:spMk id="2" creationId="{EEE9D098-7297-B5C4-4817-4C5FF27E19F0}"/>
          </ac:spMkLst>
        </pc:spChg>
        <pc:spChg chg="add del">
          <ac:chgData name="Bhawna -" userId="S::bhawna@stevens.edu::3069e700-3a39-45e3-83eb-00d4cd80eaa2" providerId="AD" clId="Web-{E493ADC2-3CE0-0A90-1237-23AB5765291F}" dt="2025-12-06T23:24:04.420" v="306"/>
          <ac:spMkLst>
            <pc:docMk/>
            <pc:sldMk cId="695163631" sldId="265"/>
            <ac:spMk id="10" creationId="{AE6FDE22-1F54-452D-A9BA-1BE9FDB53450}"/>
          </ac:spMkLst>
        </pc:spChg>
        <pc:spChg chg="add del">
          <ac:chgData name="Bhawna -" userId="S::bhawna@stevens.edu::3069e700-3a39-45e3-83eb-00d4cd80eaa2" providerId="AD" clId="Web-{E493ADC2-3CE0-0A90-1237-23AB5765291F}" dt="2025-12-06T23:24:04.420" v="306"/>
          <ac:spMkLst>
            <pc:docMk/>
            <pc:sldMk cId="695163631" sldId="265"/>
            <ac:spMk id="12" creationId="{F2C01FB2-6D50-41C9-BE00-29B0F9925FF6}"/>
          </ac:spMkLst>
        </pc:spChg>
        <pc:spChg chg="add del">
          <ac:chgData name="Bhawna -" userId="S::bhawna@stevens.edu::3069e700-3a39-45e3-83eb-00d4cd80eaa2" providerId="AD" clId="Web-{E493ADC2-3CE0-0A90-1237-23AB5765291F}" dt="2025-12-06T23:24:04.420" v="306"/>
          <ac:spMkLst>
            <pc:docMk/>
            <pc:sldMk cId="695163631" sldId="265"/>
            <ac:spMk id="17" creationId="{B62E0F97-3B68-4A9A-81FD-184E8051D278}"/>
          </ac:spMkLst>
        </pc:spChg>
        <pc:spChg chg="add del">
          <ac:chgData name="Bhawna -" userId="S::bhawna@stevens.edu::3069e700-3a39-45e3-83eb-00d4cd80eaa2" providerId="AD" clId="Web-{E493ADC2-3CE0-0A90-1237-23AB5765291F}" dt="2025-12-06T23:24:04.420" v="306"/>
          <ac:spMkLst>
            <pc:docMk/>
            <pc:sldMk cId="695163631" sldId="265"/>
            <ac:spMk id="19" creationId="{1A9C0995-256A-4F90-97D6-FB8958A5D433}"/>
          </ac:spMkLst>
        </pc:spChg>
        <pc:spChg chg="add del">
          <ac:chgData name="Bhawna -" userId="S::bhawna@stevens.edu::3069e700-3a39-45e3-83eb-00d4cd80eaa2" providerId="AD" clId="Web-{E493ADC2-3CE0-0A90-1237-23AB5765291F}" dt="2025-12-06T23:24:04.420" v="306"/>
          <ac:spMkLst>
            <pc:docMk/>
            <pc:sldMk cId="695163631" sldId="265"/>
            <ac:spMk id="21" creationId="{9346307A-DFE3-4A97-B2EE-5D57DF4136E8}"/>
          </ac:spMkLst>
        </pc:spChg>
        <pc:grpChg chg="add del">
          <ac:chgData name="Bhawna -" userId="S::bhawna@stevens.edu::3069e700-3a39-45e3-83eb-00d4cd80eaa2" providerId="AD" clId="Web-{E493ADC2-3CE0-0A90-1237-23AB5765291F}" dt="2025-12-06T23:24:04.420" v="306"/>
          <ac:grpSpMkLst>
            <pc:docMk/>
            <pc:sldMk cId="695163631" sldId="265"/>
            <ac:grpSpMk id="23" creationId="{CC277446-D71D-4C19-A013-95073D31A4FB}"/>
          </ac:grpSpMkLst>
        </pc:grpChg>
        <pc:graphicFrameChg chg="mod modGraphic">
          <ac:chgData name="Bhawna -" userId="S::bhawna@stevens.edu::3069e700-3a39-45e3-83eb-00d4cd80eaa2" providerId="AD" clId="Web-{E493ADC2-3CE0-0A90-1237-23AB5765291F}" dt="2025-12-06T23:24:04.420" v="306"/>
          <ac:graphicFrameMkLst>
            <pc:docMk/>
            <pc:sldMk cId="695163631" sldId="265"/>
            <ac:graphicFrameMk id="5" creationId="{61A4B4AD-89CC-2581-9446-6CAFF13D29EB}"/>
          </ac:graphicFrameMkLst>
        </pc:graphicFrameChg>
      </pc:sldChg>
      <pc:sldChg chg="modSp">
        <pc:chgData name="Bhawna -" userId="S::bhawna@stevens.edu::3069e700-3a39-45e3-83eb-00d4cd80eaa2" providerId="AD" clId="Web-{E493ADC2-3CE0-0A90-1237-23AB5765291F}" dt="2025-12-06T22:50:07.735" v="248" actId="1076"/>
        <pc:sldMkLst>
          <pc:docMk/>
          <pc:sldMk cId="3413161776" sldId="267"/>
        </pc:sldMkLst>
        <pc:graphicFrameChg chg="mod">
          <ac:chgData name="Bhawna -" userId="S::bhawna@stevens.edu::3069e700-3a39-45e3-83eb-00d4cd80eaa2" providerId="AD" clId="Web-{E493ADC2-3CE0-0A90-1237-23AB5765291F}" dt="2025-12-06T22:50:07.735" v="248" actId="1076"/>
          <ac:graphicFrameMkLst>
            <pc:docMk/>
            <pc:sldMk cId="3413161776" sldId="267"/>
            <ac:graphicFrameMk id="5" creationId="{9BAC8D3D-483F-1293-ECC9-120D044A533A}"/>
          </ac:graphicFrameMkLst>
        </pc:graphicFrameChg>
      </pc:sldChg>
      <pc:sldChg chg="modSp">
        <pc:chgData name="Bhawna -" userId="S::bhawna@stevens.edu::3069e700-3a39-45e3-83eb-00d4cd80eaa2" providerId="AD" clId="Web-{E493ADC2-3CE0-0A90-1237-23AB5765291F}" dt="2025-12-06T23:24:50.313" v="308"/>
        <pc:sldMkLst>
          <pc:docMk/>
          <pc:sldMk cId="1782416329" sldId="269"/>
        </pc:sldMkLst>
        <pc:graphicFrameChg chg="modGraphic">
          <ac:chgData name="Bhawna -" userId="S::bhawna@stevens.edu::3069e700-3a39-45e3-83eb-00d4cd80eaa2" providerId="AD" clId="Web-{E493ADC2-3CE0-0A90-1237-23AB5765291F}" dt="2025-12-06T23:24:50.313" v="308"/>
          <ac:graphicFrameMkLst>
            <pc:docMk/>
            <pc:sldMk cId="1782416329" sldId="269"/>
            <ac:graphicFrameMk id="5" creationId="{2995AC2D-DF2C-0AAB-7FE5-24363CFD49B5}"/>
          </ac:graphicFrameMkLst>
        </pc:graphicFrameChg>
      </pc:sldChg>
      <pc:sldChg chg="addSp delSp modSp del">
        <pc:chgData name="Bhawna -" userId="S::bhawna@stevens.edu::3069e700-3a39-45e3-83eb-00d4cd80eaa2" providerId="AD" clId="Web-{E493ADC2-3CE0-0A90-1237-23AB5765291F}" dt="2025-12-06T22:25:10.849" v="4"/>
        <pc:sldMkLst>
          <pc:docMk/>
          <pc:sldMk cId="102486838" sldId="270"/>
        </pc:sldMkLst>
        <pc:spChg chg="mod">
          <ac:chgData name="Bhawna -" userId="S::bhawna@stevens.edu::3069e700-3a39-45e3-83eb-00d4cd80eaa2" providerId="AD" clId="Web-{E493ADC2-3CE0-0A90-1237-23AB5765291F}" dt="2025-12-06T22:25:01.881" v="3"/>
          <ac:spMkLst>
            <pc:docMk/>
            <pc:sldMk cId="102486838" sldId="270"/>
            <ac:spMk id="2" creationId="{0873A4B4-9C05-AF70-F04C-FDF248BDDFF7}"/>
          </ac:spMkLst>
        </pc:spChg>
        <pc:spChg chg="add del">
          <ac:chgData name="Bhawna -" userId="S::bhawna@stevens.edu::3069e700-3a39-45e3-83eb-00d4cd80eaa2" providerId="AD" clId="Web-{E493ADC2-3CE0-0A90-1237-23AB5765291F}" dt="2025-12-06T22:25:01.881" v="3"/>
          <ac:spMkLst>
            <pc:docMk/>
            <pc:sldMk cId="102486838" sldId="270"/>
            <ac:spMk id="9" creationId="{AE6FDE22-1F54-452D-A9BA-1BE9FDB53450}"/>
          </ac:spMkLst>
        </pc:spChg>
        <pc:spChg chg="add del">
          <ac:chgData name="Bhawna -" userId="S::bhawna@stevens.edu::3069e700-3a39-45e3-83eb-00d4cd80eaa2" providerId="AD" clId="Web-{E493ADC2-3CE0-0A90-1237-23AB5765291F}" dt="2025-12-06T22:25:01.881" v="3"/>
          <ac:spMkLst>
            <pc:docMk/>
            <pc:sldMk cId="102486838" sldId="270"/>
            <ac:spMk id="11" creationId="{F2C01FB2-6D50-41C9-BE00-29B0F9925FF6}"/>
          </ac:spMkLst>
        </pc:spChg>
        <pc:spChg chg="add del">
          <ac:chgData name="Bhawna -" userId="S::bhawna@stevens.edu::3069e700-3a39-45e3-83eb-00d4cd80eaa2" providerId="AD" clId="Web-{E493ADC2-3CE0-0A90-1237-23AB5765291F}" dt="2025-12-06T22:25:01.787" v="2"/>
          <ac:spMkLst>
            <pc:docMk/>
            <pc:sldMk cId="102486838" sldId="270"/>
            <ac:spMk id="18" creationId="{059AD101-BC08-433A-AD99-409B66C2D2A7}"/>
          </ac:spMkLst>
        </pc:spChg>
        <pc:spChg chg="add del">
          <ac:chgData name="Bhawna -" userId="S::bhawna@stevens.edu::3069e700-3a39-45e3-83eb-00d4cd80eaa2" providerId="AD" clId="Web-{E493ADC2-3CE0-0A90-1237-23AB5765291F}" dt="2025-12-06T22:25:01.787" v="2"/>
          <ac:spMkLst>
            <pc:docMk/>
            <pc:sldMk cId="102486838" sldId="270"/>
            <ac:spMk id="20" creationId="{3E788242-4E16-4277-AC99-8601B722B507}"/>
          </ac:spMkLst>
        </pc:spChg>
        <pc:spChg chg="add">
          <ac:chgData name="Bhawna -" userId="S::bhawna@stevens.edu::3069e700-3a39-45e3-83eb-00d4cd80eaa2" providerId="AD" clId="Web-{E493ADC2-3CE0-0A90-1237-23AB5765291F}" dt="2025-12-06T22:25:01.881" v="3"/>
          <ac:spMkLst>
            <pc:docMk/>
            <pc:sldMk cId="102486838" sldId="270"/>
            <ac:spMk id="28" creationId="{059AD101-BC08-433A-AD99-409B66C2D2A7}"/>
          </ac:spMkLst>
        </pc:spChg>
        <pc:spChg chg="add">
          <ac:chgData name="Bhawna -" userId="S::bhawna@stevens.edu::3069e700-3a39-45e3-83eb-00d4cd80eaa2" providerId="AD" clId="Web-{E493ADC2-3CE0-0A90-1237-23AB5765291F}" dt="2025-12-06T22:25:01.881" v="3"/>
          <ac:spMkLst>
            <pc:docMk/>
            <pc:sldMk cId="102486838" sldId="270"/>
            <ac:spMk id="29" creationId="{3E788242-4E16-4277-AC99-8601B722B507}"/>
          </ac:spMkLst>
        </pc:spChg>
        <pc:grpChg chg="add del">
          <ac:chgData name="Bhawna -" userId="S::bhawna@stevens.edu::3069e700-3a39-45e3-83eb-00d4cd80eaa2" providerId="AD" clId="Web-{E493ADC2-3CE0-0A90-1237-23AB5765291F}" dt="2025-12-06T22:25:01.787" v="2"/>
          <ac:grpSpMkLst>
            <pc:docMk/>
            <pc:sldMk cId="102486838" sldId="270"/>
            <ac:grpSpMk id="22" creationId="{87CB8D36-9DE0-44D4-B67A-16D4F212136D}"/>
          </ac:grpSpMkLst>
        </pc:grpChg>
        <pc:grpChg chg="add">
          <ac:chgData name="Bhawna -" userId="S::bhawna@stevens.edu::3069e700-3a39-45e3-83eb-00d4cd80eaa2" providerId="AD" clId="Web-{E493ADC2-3CE0-0A90-1237-23AB5765291F}" dt="2025-12-06T22:25:01.881" v="3"/>
          <ac:grpSpMkLst>
            <pc:docMk/>
            <pc:sldMk cId="102486838" sldId="270"/>
            <ac:grpSpMk id="30" creationId="{87CB8D36-9DE0-44D4-B67A-16D4F212136D}"/>
          </ac:grpSpMkLst>
        </pc:grpChg>
        <pc:graphicFrameChg chg="mod ord modGraphic">
          <ac:chgData name="Bhawna -" userId="S::bhawna@stevens.edu::3069e700-3a39-45e3-83eb-00d4cd80eaa2" providerId="AD" clId="Web-{E493ADC2-3CE0-0A90-1237-23AB5765291F}" dt="2025-12-06T22:25:01.881" v="3"/>
          <ac:graphicFrameMkLst>
            <pc:docMk/>
            <pc:sldMk cId="102486838" sldId="270"/>
            <ac:graphicFrameMk id="5" creationId="{68149CD1-B23F-0419-0F45-B62EE7EED72D}"/>
          </ac:graphicFrameMkLst>
        </pc:graphicFrameChg>
        <pc:picChg chg="add mod">
          <ac:chgData name="Bhawna -" userId="S::bhawna@stevens.edu::3069e700-3a39-45e3-83eb-00d4cd80eaa2" providerId="AD" clId="Web-{E493ADC2-3CE0-0A90-1237-23AB5765291F}" dt="2025-12-06T22:25:01.881" v="3"/>
          <ac:picMkLst>
            <pc:docMk/>
            <pc:sldMk cId="102486838" sldId="270"/>
            <ac:picMk id="13" creationId="{4A155702-FFDA-BAD7-5D02-6F0A8E3B45F3}"/>
          </ac:picMkLst>
        </pc:picChg>
      </pc:sldChg>
      <pc:sldChg chg="addSp delSp modSp">
        <pc:chgData name="Bhawna -" userId="S::bhawna@stevens.edu::3069e700-3a39-45e3-83eb-00d4cd80eaa2" providerId="AD" clId="Web-{E493ADC2-3CE0-0A90-1237-23AB5765291F}" dt="2025-12-06T23:19:35.899" v="301"/>
        <pc:sldMkLst>
          <pc:docMk/>
          <pc:sldMk cId="319796669" sldId="276"/>
        </pc:sldMkLst>
        <pc:spChg chg="mod">
          <ac:chgData name="Bhawna -" userId="S::bhawna@stevens.edu::3069e700-3a39-45e3-83eb-00d4cd80eaa2" providerId="AD" clId="Web-{E493ADC2-3CE0-0A90-1237-23AB5765291F}" dt="2025-12-06T23:19:35.899" v="301"/>
          <ac:spMkLst>
            <pc:docMk/>
            <pc:sldMk cId="319796669" sldId="276"/>
            <ac:spMk id="2" creationId="{3D5CC039-8D48-F0D4-DEEE-7E657D93C890}"/>
          </ac:spMkLst>
        </pc:spChg>
        <pc:spChg chg="del">
          <ac:chgData name="Bhawna -" userId="S::bhawna@stevens.edu::3069e700-3a39-45e3-83eb-00d4cd80eaa2" providerId="AD" clId="Web-{E493ADC2-3CE0-0A90-1237-23AB5765291F}" dt="2025-12-06T23:19:35.899" v="301"/>
          <ac:spMkLst>
            <pc:docMk/>
            <pc:sldMk cId="319796669" sldId="276"/>
            <ac:spMk id="10" creationId="{AE6FDE22-1F54-452D-A9BA-1BE9FDB53450}"/>
          </ac:spMkLst>
        </pc:spChg>
        <pc:spChg chg="del">
          <ac:chgData name="Bhawna -" userId="S::bhawna@stevens.edu::3069e700-3a39-45e3-83eb-00d4cd80eaa2" providerId="AD" clId="Web-{E493ADC2-3CE0-0A90-1237-23AB5765291F}" dt="2025-12-06T23:19:35.899" v="301"/>
          <ac:spMkLst>
            <pc:docMk/>
            <pc:sldMk cId="319796669" sldId="276"/>
            <ac:spMk id="12" creationId="{F2C01FB2-6D50-41C9-BE00-29B0F9925FF6}"/>
          </ac:spMkLst>
        </pc:spChg>
        <pc:spChg chg="add">
          <ac:chgData name="Bhawna -" userId="S::bhawna@stevens.edu::3069e700-3a39-45e3-83eb-00d4cd80eaa2" providerId="AD" clId="Web-{E493ADC2-3CE0-0A90-1237-23AB5765291F}" dt="2025-12-06T23:19:35.899" v="301"/>
          <ac:spMkLst>
            <pc:docMk/>
            <pc:sldMk cId="319796669" sldId="276"/>
            <ac:spMk id="17" creationId="{B62E0F97-3B68-4A9A-81FD-184E8051D278}"/>
          </ac:spMkLst>
        </pc:spChg>
        <pc:spChg chg="add">
          <ac:chgData name="Bhawna -" userId="S::bhawna@stevens.edu::3069e700-3a39-45e3-83eb-00d4cd80eaa2" providerId="AD" clId="Web-{E493ADC2-3CE0-0A90-1237-23AB5765291F}" dt="2025-12-06T23:19:35.899" v="301"/>
          <ac:spMkLst>
            <pc:docMk/>
            <pc:sldMk cId="319796669" sldId="276"/>
            <ac:spMk id="19" creationId="{1A9C0995-256A-4F90-97D6-FB8958A5D433}"/>
          </ac:spMkLst>
        </pc:spChg>
        <pc:grpChg chg="add">
          <ac:chgData name="Bhawna -" userId="S::bhawna@stevens.edu::3069e700-3a39-45e3-83eb-00d4cd80eaa2" providerId="AD" clId="Web-{E493ADC2-3CE0-0A90-1237-23AB5765291F}" dt="2025-12-06T23:19:35.899" v="301"/>
          <ac:grpSpMkLst>
            <pc:docMk/>
            <pc:sldMk cId="319796669" sldId="276"/>
            <ac:grpSpMk id="21" creationId="{2C500373-6BCD-49C7-86D2-7DC695C43C83}"/>
          </ac:grpSpMkLst>
        </pc:grpChg>
        <pc:graphicFrameChg chg="mod modGraphic">
          <ac:chgData name="Bhawna -" userId="S::bhawna@stevens.edu::3069e700-3a39-45e3-83eb-00d4cd80eaa2" providerId="AD" clId="Web-{E493ADC2-3CE0-0A90-1237-23AB5765291F}" dt="2025-12-06T23:19:35.899" v="301"/>
          <ac:graphicFrameMkLst>
            <pc:docMk/>
            <pc:sldMk cId="319796669" sldId="276"/>
            <ac:graphicFrameMk id="5" creationId="{0FF5DC4E-BA7A-5065-8967-76D85DA799F9}"/>
          </ac:graphicFrameMkLst>
        </pc:graphicFrameChg>
      </pc:sldChg>
      <pc:sldChg chg="del">
        <pc:chgData name="Bhawna -" userId="S::bhawna@stevens.edu::3069e700-3a39-45e3-83eb-00d4cd80eaa2" providerId="AD" clId="Web-{E493ADC2-3CE0-0A90-1237-23AB5765291F}" dt="2025-12-06T23:19:58.214" v="304"/>
        <pc:sldMkLst>
          <pc:docMk/>
          <pc:sldMk cId="2809105416" sldId="277"/>
        </pc:sldMkLst>
      </pc:sldChg>
      <pc:sldChg chg="addSp delSp modSp new ord">
        <pc:chgData name="Bhawna -" userId="S::bhawna@stevens.edu::3069e700-3a39-45e3-83eb-00d4cd80eaa2" providerId="AD" clId="Web-{E493ADC2-3CE0-0A90-1237-23AB5765291F}" dt="2025-12-06T22:36:59.089" v="183"/>
        <pc:sldMkLst>
          <pc:docMk/>
          <pc:sldMk cId="1201860339" sldId="284"/>
        </pc:sldMkLst>
        <pc:spChg chg="mod">
          <ac:chgData name="Bhawna -" userId="S::bhawna@stevens.edu::3069e700-3a39-45e3-83eb-00d4cd80eaa2" providerId="AD" clId="Web-{E493ADC2-3CE0-0A90-1237-23AB5765291F}" dt="2025-12-06T22:25:49.866" v="8" actId="20577"/>
          <ac:spMkLst>
            <pc:docMk/>
            <pc:sldMk cId="1201860339" sldId="284"/>
            <ac:spMk id="2" creationId="{9E91BBE6-936E-04AF-C396-0824A381016F}"/>
          </ac:spMkLst>
        </pc:spChg>
        <pc:spChg chg="mod">
          <ac:chgData name="Bhawna -" userId="S::bhawna@stevens.edu::3069e700-3a39-45e3-83eb-00d4cd80eaa2" providerId="AD" clId="Web-{E493ADC2-3CE0-0A90-1237-23AB5765291F}" dt="2025-12-06T22:27:21.963" v="17" actId="20577"/>
          <ac:spMkLst>
            <pc:docMk/>
            <pc:sldMk cId="1201860339" sldId="284"/>
            <ac:spMk id="3" creationId="{8020A832-25D1-C1DB-0C48-F668528295FB}"/>
          </ac:spMkLst>
        </pc:spChg>
        <pc:spChg chg="add del mod">
          <ac:chgData name="Bhawna -" userId="S::bhawna@stevens.edu::3069e700-3a39-45e3-83eb-00d4cd80eaa2" providerId="AD" clId="Web-{E493ADC2-3CE0-0A90-1237-23AB5765291F}" dt="2025-12-06T22:34:37.475" v="170"/>
          <ac:spMkLst>
            <pc:docMk/>
            <pc:sldMk cId="1201860339" sldId="284"/>
            <ac:spMk id="4" creationId="{D92F9942-E32A-8E7D-CDA1-25386371D0A5}"/>
          </ac:spMkLst>
        </pc:spChg>
        <pc:spChg chg="add mod">
          <ac:chgData name="Bhawna -" userId="S::bhawna@stevens.edu::3069e700-3a39-45e3-83eb-00d4cd80eaa2" providerId="AD" clId="Web-{E493ADC2-3CE0-0A90-1237-23AB5765291F}" dt="2025-12-06T22:36:30.572" v="181"/>
          <ac:spMkLst>
            <pc:docMk/>
            <pc:sldMk cId="1201860339" sldId="284"/>
            <ac:spMk id="2113" creationId="{74226588-7D46-814D-439C-3699D3469B42}"/>
          </ac:spMkLst>
        </pc:spChg>
        <pc:graphicFrameChg chg="add mod modGraphic">
          <ac:chgData name="Bhawna -" userId="S::bhawna@stevens.edu::3069e700-3a39-45e3-83eb-00d4cd80eaa2" providerId="AD" clId="Web-{E493ADC2-3CE0-0A90-1237-23AB5765291F}" dt="2025-12-06T22:35:26.367" v="176"/>
          <ac:graphicFrameMkLst>
            <pc:docMk/>
            <pc:sldMk cId="1201860339" sldId="284"/>
            <ac:graphicFrameMk id="5" creationId="{06F48A7A-5A92-14D4-3637-15B4C337E77B}"/>
          </ac:graphicFrameMkLst>
        </pc:graphicFrameChg>
      </pc:sldChg>
      <pc:sldChg chg="addSp delSp modSp new del mod setBg">
        <pc:chgData name="Bhawna -" userId="S::bhawna@stevens.edu::3069e700-3a39-45e3-83eb-00d4cd80eaa2" providerId="AD" clId="Web-{E493ADC2-3CE0-0A90-1237-23AB5765291F}" dt="2025-12-06T22:45:29.911" v="234"/>
        <pc:sldMkLst>
          <pc:docMk/>
          <pc:sldMk cId="4281803927" sldId="286"/>
        </pc:sldMkLst>
        <pc:spChg chg="del">
          <ac:chgData name="Bhawna -" userId="S::bhawna@stevens.edu::3069e700-3a39-45e3-83eb-00d4cd80eaa2" providerId="AD" clId="Web-{E493ADC2-3CE0-0A90-1237-23AB5765291F}" dt="2025-12-06T22:38:25.403" v="186"/>
          <ac:spMkLst>
            <pc:docMk/>
            <pc:sldMk cId="4281803927" sldId="286"/>
            <ac:spMk id="2" creationId="{15266330-0A8A-F6AD-885B-0BAD9E9136B5}"/>
          </ac:spMkLst>
        </pc:spChg>
        <pc:spChg chg="del">
          <ac:chgData name="Bhawna -" userId="S::bhawna@stevens.edu::3069e700-3a39-45e3-83eb-00d4cd80eaa2" providerId="AD" clId="Web-{E493ADC2-3CE0-0A90-1237-23AB5765291F}" dt="2025-12-06T22:38:22.465" v="185"/>
          <ac:spMkLst>
            <pc:docMk/>
            <pc:sldMk cId="4281803927" sldId="286"/>
            <ac:spMk id="3" creationId="{2AC5F83A-C542-9257-A5F9-4DADBD0C21BD}"/>
          </ac:spMkLst>
        </pc:spChg>
        <pc:spChg chg="add del mod">
          <ac:chgData name="Bhawna -" userId="S::bhawna@stevens.edu::3069e700-3a39-45e3-83eb-00d4cd80eaa2" providerId="AD" clId="Web-{E493ADC2-3CE0-0A90-1237-23AB5765291F}" dt="2025-12-06T22:39:12.419" v="190"/>
          <ac:spMkLst>
            <pc:docMk/>
            <pc:sldMk cId="4281803927" sldId="286"/>
            <ac:spMk id="6" creationId="{C28F8208-66EF-406D-DFB9-3A4CBC859E50}"/>
          </ac:spMkLst>
        </pc:spChg>
        <pc:spChg chg="add">
          <ac:chgData name="Bhawna -" userId="S::bhawna@stevens.edu::3069e700-3a39-45e3-83eb-00d4cd80eaa2" providerId="AD" clId="Web-{E493ADC2-3CE0-0A90-1237-23AB5765291F}" dt="2025-12-06T22:38:25.403" v="186"/>
          <ac:spMkLst>
            <pc:docMk/>
            <pc:sldMk cId="4281803927" sldId="286"/>
            <ac:spMk id="9" creationId="{2293296F-4C3A-4530-98F5-F83646ACE913}"/>
          </ac:spMkLst>
        </pc:spChg>
        <pc:spChg chg="add del mod">
          <ac:chgData name="Bhawna -" userId="S::bhawna@stevens.edu::3069e700-3a39-45e3-83eb-00d4cd80eaa2" providerId="AD" clId="Web-{E493ADC2-3CE0-0A90-1237-23AB5765291F}" dt="2025-12-06T22:40:51.358" v="198"/>
          <ac:spMkLst>
            <pc:docMk/>
            <pc:sldMk cId="4281803927" sldId="286"/>
            <ac:spMk id="10" creationId="{EE4CBB14-9119-6DC9-6CFA-DBC0EB2EA1EF}"/>
          </ac:spMkLst>
        </pc:spChg>
        <pc:spChg chg="add">
          <ac:chgData name="Bhawna -" userId="S::bhawna@stevens.edu::3069e700-3a39-45e3-83eb-00d4cd80eaa2" providerId="AD" clId="Web-{E493ADC2-3CE0-0A90-1237-23AB5765291F}" dt="2025-12-06T22:38:25.403" v="186"/>
          <ac:spMkLst>
            <pc:docMk/>
            <pc:sldMk cId="4281803927" sldId="286"/>
            <ac:spMk id="19" creationId="{51B63EEE-B5E3-42ED-90DF-2948123C7049}"/>
          </ac:spMkLst>
        </pc:spChg>
        <pc:spChg chg="add">
          <ac:chgData name="Bhawna -" userId="S::bhawna@stevens.edu::3069e700-3a39-45e3-83eb-00d4cd80eaa2" providerId="AD" clId="Web-{E493ADC2-3CE0-0A90-1237-23AB5765291F}" dt="2025-12-06T22:38:25.403" v="186"/>
          <ac:spMkLst>
            <pc:docMk/>
            <pc:sldMk cId="4281803927" sldId="286"/>
            <ac:spMk id="21" creationId="{00DC7BE8-B819-4865-ACAD-6EE9C972122D}"/>
          </ac:spMkLst>
        </pc:spChg>
        <pc:grpChg chg="add">
          <ac:chgData name="Bhawna -" userId="S::bhawna@stevens.edu::3069e700-3a39-45e3-83eb-00d4cd80eaa2" providerId="AD" clId="Web-{E493ADC2-3CE0-0A90-1237-23AB5765291F}" dt="2025-12-06T22:38:25.403" v="186"/>
          <ac:grpSpMkLst>
            <pc:docMk/>
            <pc:sldMk cId="4281803927" sldId="286"/>
            <ac:grpSpMk id="11" creationId="{3914D2BD-3C47-433D-81FE-DC6C39595F0E}"/>
          </ac:grpSpMkLst>
        </pc:grpChg>
        <pc:picChg chg="add del mod ord">
          <ac:chgData name="Bhawna -" userId="S::bhawna@stevens.edu::3069e700-3a39-45e3-83eb-00d4cd80eaa2" providerId="AD" clId="Web-{E493ADC2-3CE0-0A90-1237-23AB5765291F}" dt="2025-12-06T22:39:10.841" v="189"/>
          <ac:picMkLst>
            <pc:docMk/>
            <pc:sldMk cId="4281803927" sldId="286"/>
            <ac:picMk id="4" creationId="{EEBA58BE-6EC7-A14B-2171-48F07B6C8BEB}"/>
          </ac:picMkLst>
        </pc:picChg>
        <pc:picChg chg="add del mod ord">
          <ac:chgData name="Bhawna -" userId="S::bhawna@stevens.edu::3069e700-3a39-45e3-83eb-00d4cd80eaa2" providerId="AD" clId="Web-{E493ADC2-3CE0-0A90-1237-23AB5765291F}" dt="2025-12-06T22:40:05.701" v="197"/>
          <ac:picMkLst>
            <pc:docMk/>
            <pc:sldMk cId="4281803927" sldId="286"/>
            <ac:picMk id="7" creationId="{38D9A553-2E81-E7C0-2F0B-AE1DD21B7ED2}"/>
          </ac:picMkLst>
        </pc:picChg>
        <pc:picChg chg="add mod ord">
          <ac:chgData name="Bhawna -" userId="S::bhawna@stevens.edu::3069e700-3a39-45e3-83eb-00d4cd80eaa2" providerId="AD" clId="Web-{E493ADC2-3CE0-0A90-1237-23AB5765291F}" dt="2025-12-06T22:44:09.626" v="219" actId="1076"/>
          <ac:picMkLst>
            <pc:docMk/>
            <pc:sldMk cId="4281803927" sldId="286"/>
            <ac:picMk id="18" creationId="{12DAD2C9-228D-8F12-1DF9-62DA5218B3DF}"/>
          </ac:picMkLst>
        </pc:picChg>
        <pc:cxnChg chg="add">
          <ac:chgData name="Bhawna -" userId="S::bhawna@stevens.edu::3069e700-3a39-45e3-83eb-00d4cd80eaa2" providerId="AD" clId="Web-{E493ADC2-3CE0-0A90-1237-23AB5765291F}" dt="2025-12-06T22:38:25.403" v="186"/>
          <ac:cxnSpMkLst>
            <pc:docMk/>
            <pc:sldMk cId="4281803927" sldId="286"/>
            <ac:cxnSpMk id="23" creationId="{8819CDFD-2FDC-46EE-9A4C-57D5B40EA847}"/>
          </ac:cxnSpMkLst>
        </pc:cxnChg>
      </pc:sldChg>
      <pc:sldChg chg="addSp delSp modSp new mod setBg">
        <pc:chgData name="Bhawna -" userId="S::bhawna@stevens.edu::3069e700-3a39-45e3-83eb-00d4cd80eaa2" providerId="AD" clId="Web-{E493ADC2-3CE0-0A90-1237-23AB5765291F}" dt="2025-12-06T22:48:44.967" v="247" actId="14100"/>
        <pc:sldMkLst>
          <pc:docMk/>
          <pc:sldMk cId="3047354070" sldId="287"/>
        </pc:sldMkLst>
        <pc:spChg chg="del mod">
          <ac:chgData name="Bhawna -" userId="S::bhawna@stevens.edu::3069e700-3a39-45e3-83eb-00d4cd80eaa2" providerId="AD" clId="Web-{E493ADC2-3CE0-0A90-1237-23AB5765291F}" dt="2025-12-06T22:43:44.204" v="213"/>
          <ac:spMkLst>
            <pc:docMk/>
            <pc:sldMk cId="3047354070" sldId="287"/>
            <ac:spMk id="2" creationId="{63A2B904-CEB3-0B69-3D93-47137384D868}"/>
          </ac:spMkLst>
        </pc:spChg>
        <pc:spChg chg="del">
          <ac:chgData name="Bhawna -" userId="S::bhawna@stevens.edu::3069e700-3a39-45e3-83eb-00d4cd80eaa2" providerId="AD" clId="Web-{E493ADC2-3CE0-0A90-1237-23AB5765291F}" dt="2025-12-06T22:43:18.016" v="209"/>
          <ac:spMkLst>
            <pc:docMk/>
            <pc:sldMk cId="3047354070" sldId="287"/>
            <ac:spMk id="3" creationId="{E43C6AFE-E8AB-B257-9F05-C5C8810E30DE}"/>
          </ac:spMkLst>
        </pc:spChg>
        <pc:spChg chg="add del mod">
          <ac:chgData name="Bhawna -" userId="S::bhawna@stevens.edu::3069e700-3a39-45e3-83eb-00d4cd80eaa2" providerId="AD" clId="Web-{E493ADC2-3CE0-0A90-1237-23AB5765291F}" dt="2025-12-06T22:43:36.188" v="211"/>
          <ac:spMkLst>
            <pc:docMk/>
            <pc:sldMk cId="3047354070" sldId="287"/>
            <ac:spMk id="6" creationId="{E9923531-7D5B-B559-1A8B-248CBA43CE78}"/>
          </ac:spMkLst>
        </pc:spChg>
        <pc:spChg chg="add del mod">
          <ac:chgData name="Bhawna -" userId="S::bhawna@stevens.edu::3069e700-3a39-45e3-83eb-00d4cd80eaa2" providerId="AD" clId="Web-{E493ADC2-3CE0-0A90-1237-23AB5765291F}" dt="2025-12-06T22:48:14.684" v="239"/>
          <ac:spMkLst>
            <pc:docMk/>
            <pc:sldMk cId="3047354070" sldId="287"/>
            <ac:spMk id="9" creationId="{DED624A4-248A-6D26-3085-499CEC809DED}"/>
          </ac:spMkLst>
        </pc:spChg>
        <pc:spChg chg="add">
          <ac:chgData name="Bhawna -" userId="S::bhawna@stevens.edu::3069e700-3a39-45e3-83eb-00d4cd80eaa2" providerId="AD" clId="Web-{E493ADC2-3CE0-0A90-1237-23AB5765291F}" dt="2025-12-06T22:45:48.990" v="235"/>
          <ac:spMkLst>
            <pc:docMk/>
            <pc:sldMk cId="3047354070" sldId="287"/>
            <ac:spMk id="12" creationId="{2293296F-4C3A-4530-98F5-F83646ACE913}"/>
          </ac:spMkLst>
        </pc:spChg>
        <pc:spChg chg="add">
          <ac:chgData name="Bhawna -" userId="S::bhawna@stevens.edu::3069e700-3a39-45e3-83eb-00d4cd80eaa2" providerId="AD" clId="Web-{E493ADC2-3CE0-0A90-1237-23AB5765291F}" dt="2025-12-06T22:45:48.990" v="235"/>
          <ac:spMkLst>
            <pc:docMk/>
            <pc:sldMk cId="3047354070" sldId="287"/>
            <ac:spMk id="22" creationId="{51B63EEE-B5E3-42ED-90DF-2948123C7049}"/>
          </ac:spMkLst>
        </pc:spChg>
        <pc:spChg chg="add">
          <ac:chgData name="Bhawna -" userId="S::bhawna@stevens.edu::3069e700-3a39-45e3-83eb-00d4cd80eaa2" providerId="AD" clId="Web-{E493ADC2-3CE0-0A90-1237-23AB5765291F}" dt="2025-12-06T22:45:48.990" v="235"/>
          <ac:spMkLst>
            <pc:docMk/>
            <pc:sldMk cId="3047354070" sldId="287"/>
            <ac:spMk id="24" creationId="{00DC7BE8-B819-4865-ACAD-6EE9C972122D}"/>
          </ac:spMkLst>
        </pc:spChg>
        <pc:grpChg chg="add">
          <ac:chgData name="Bhawna -" userId="S::bhawna@stevens.edu::3069e700-3a39-45e3-83eb-00d4cd80eaa2" providerId="AD" clId="Web-{E493ADC2-3CE0-0A90-1237-23AB5765291F}" dt="2025-12-06T22:45:48.990" v="235"/>
          <ac:grpSpMkLst>
            <pc:docMk/>
            <pc:sldMk cId="3047354070" sldId="287"/>
            <ac:grpSpMk id="14" creationId="{3914D2BD-3C47-433D-81FE-DC6C39595F0E}"/>
          </ac:grpSpMkLst>
        </pc:grpChg>
        <pc:grpChg chg="add">
          <ac:chgData name="Bhawna -" userId="S::bhawna@stevens.edu::3069e700-3a39-45e3-83eb-00d4cd80eaa2" providerId="AD" clId="Web-{E493ADC2-3CE0-0A90-1237-23AB5765291F}" dt="2025-12-06T22:45:48.990" v="235"/>
          <ac:grpSpMkLst>
            <pc:docMk/>
            <pc:sldMk cId="3047354070" sldId="287"/>
            <ac:grpSpMk id="26" creationId="{3A5523E6-6E10-4D34-BF96-88ADA228C2EA}"/>
          </ac:grpSpMkLst>
        </pc:grpChg>
        <pc:picChg chg="add del mod ord">
          <ac:chgData name="Bhawna -" userId="S::bhawna@stevens.edu::3069e700-3a39-45e3-83eb-00d4cd80eaa2" providerId="AD" clId="Web-{E493ADC2-3CE0-0A90-1237-23AB5765291F}" dt="2025-12-06T22:43:19.501" v="210"/>
          <ac:picMkLst>
            <pc:docMk/>
            <pc:sldMk cId="3047354070" sldId="287"/>
            <ac:picMk id="4" creationId="{5E6C4210-C10D-CC7A-8075-FF67453A98A5}"/>
          </ac:picMkLst>
        </pc:picChg>
        <pc:picChg chg="add del mod ord">
          <ac:chgData name="Bhawna -" userId="S::bhawna@stevens.edu::3069e700-3a39-45e3-83eb-00d4cd80eaa2" providerId="AD" clId="Web-{E493ADC2-3CE0-0A90-1237-23AB5765291F}" dt="2025-12-06T22:47:57.231" v="238"/>
          <ac:picMkLst>
            <pc:docMk/>
            <pc:sldMk cId="3047354070" sldId="287"/>
            <ac:picMk id="7" creationId="{8E5FD85F-73A7-4858-9863-4B809A1433A7}"/>
          </ac:picMkLst>
        </pc:picChg>
        <pc:picChg chg="add mod ord">
          <ac:chgData name="Bhawna -" userId="S::bhawna@stevens.edu::3069e700-3a39-45e3-83eb-00d4cd80eaa2" providerId="AD" clId="Web-{E493ADC2-3CE0-0A90-1237-23AB5765291F}" dt="2025-12-06T22:48:44.967" v="247" actId="14100"/>
          <ac:picMkLst>
            <pc:docMk/>
            <pc:sldMk cId="3047354070" sldId="287"/>
            <ac:picMk id="10" creationId="{E1E022A4-E7D4-9EAD-75CE-82DF7C00BA61}"/>
          </ac:picMkLst>
        </pc:picChg>
      </pc:sldChg>
      <pc:sldChg chg="addSp delSp modSp add replId">
        <pc:chgData name="Bhawna -" userId="S::bhawna@stevens.edu::3069e700-3a39-45e3-83eb-00d4cd80eaa2" providerId="AD" clId="Web-{E493ADC2-3CE0-0A90-1237-23AB5765291F}" dt="2025-12-06T22:45:14.081" v="233" actId="1076"/>
        <pc:sldMkLst>
          <pc:docMk/>
          <pc:sldMk cId="1519775149" sldId="288"/>
        </pc:sldMkLst>
        <pc:spChg chg="del">
          <ac:chgData name="Bhawna -" userId="S::bhawna@stevens.edu::3069e700-3a39-45e3-83eb-00d4cd80eaa2" providerId="AD" clId="Web-{E493ADC2-3CE0-0A90-1237-23AB5765291F}" dt="2025-12-06T22:44:30.675" v="225"/>
          <ac:spMkLst>
            <pc:docMk/>
            <pc:sldMk cId="1519775149" sldId="288"/>
            <ac:spMk id="2" creationId="{7B1CA001-8A62-1FF3-5115-1B34523F70AA}"/>
          </ac:spMkLst>
        </pc:spChg>
        <pc:spChg chg="add del mod">
          <ac:chgData name="Bhawna -" userId="S::bhawna@stevens.edu::3069e700-3a39-45e3-83eb-00d4cd80eaa2" providerId="AD" clId="Web-{E493ADC2-3CE0-0A90-1237-23AB5765291F}" dt="2025-12-06T22:45:10.300" v="232"/>
          <ac:spMkLst>
            <pc:docMk/>
            <pc:sldMk cId="1519775149" sldId="288"/>
            <ac:spMk id="24" creationId="{055A27BE-001F-4D2E-84EC-51EB260CE461}"/>
          </ac:spMkLst>
        </pc:spChg>
        <pc:spChg chg="del mod">
          <ac:chgData name="Bhawna -" userId="S::bhawna@stevens.edu::3069e700-3a39-45e3-83eb-00d4cd80eaa2" providerId="AD" clId="Web-{E493ADC2-3CE0-0A90-1237-23AB5765291F}" dt="2025-12-06T22:44:25.346" v="224"/>
          <ac:spMkLst>
            <pc:docMk/>
            <pc:sldMk cId="1519775149" sldId="288"/>
            <ac:spMk id="2113" creationId="{8FD79BF7-AFB8-5926-6641-99D26CD8E774}"/>
          </ac:spMkLst>
        </pc:spChg>
        <pc:graphicFrameChg chg="del">
          <ac:chgData name="Bhawna -" userId="S::bhawna@stevens.edu::3069e700-3a39-45e3-83eb-00d4cd80eaa2" providerId="AD" clId="Web-{E493ADC2-3CE0-0A90-1237-23AB5765291F}" dt="2025-12-06T22:44:19.862" v="221"/>
          <ac:graphicFrameMkLst>
            <pc:docMk/>
            <pc:sldMk cId="1519775149" sldId="288"/>
            <ac:graphicFrameMk id="5" creationId="{1BD29388-F6FC-6FE3-7550-77DF6BE90ABE}"/>
          </ac:graphicFrameMkLst>
        </pc:graphicFrameChg>
        <pc:picChg chg="add mod">
          <ac:chgData name="Bhawna -" userId="S::bhawna@stevens.edu::3069e700-3a39-45e3-83eb-00d4cd80eaa2" providerId="AD" clId="Web-{E493ADC2-3CE0-0A90-1237-23AB5765291F}" dt="2025-12-06T22:45:14.081" v="233" actId="1076"/>
          <ac:picMkLst>
            <pc:docMk/>
            <pc:sldMk cId="1519775149" sldId="288"/>
            <ac:picMk id="25" creationId="{3F7417BA-54C0-DD08-953E-61E7BD0942A0}"/>
          </ac:picMkLst>
        </pc:picChg>
      </pc:sldChg>
      <pc:sldChg chg="addSp delSp modSp new del mod setBg">
        <pc:chgData name="Bhawna -" userId="S::bhawna@stevens.edu::3069e700-3a39-45e3-83eb-00d4cd80eaa2" providerId="AD" clId="Web-{E493ADC2-3CE0-0A90-1237-23AB5765291F}" dt="2025-12-06T23:19:45.853" v="302"/>
        <pc:sldMkLst>
          <pc:docMk/>
          <pc:sldMk cId="3722334614" sldId="290"/>
        </pc:sldMkLst>
        <pc:spChg chg="del mod">
          <ac:chgData name="Bhawna -" userId="S::bhawna@stevens.edu::3069e700-3a39-45e3-83eb-00d4cd80eaa2" providerId="AD" clId="Web-{E493ADC2-3CE0-0A90-1237-23AB5765291F}" dt="2025-12-06T23:04:39.017" v="255"/>
          <ac:spMkLst>
            <pc:docMk/>
            <pc:sldMk cId="3722334614" sldId="290"/>
            <ac:spMk id="2" creationId="{B4906FA0-554D-DBEF-5C1B-F677C7B107AC}"/>
          </ac:spMkLst>
        </pc:spChg>
        <pc:spChg chg="del">
          <ac:chgData name="Bhawna -" userId="S::bhawna@stevens.edu::3069e700-3a39-45e3-83eb-00d4cd80eaa2" providerId="AD" clId="Web-{E493ADC2-3CE0-0A90-1237-23AB5765291F}" dt="2025-12-06T23:04:34.516" v="254"/>
          <ac:spMkLst>
            <pc:docMk/>
            <pc:sldMk cId="3722334614" sldId="290"/>
            <ac:spMk id="3" creationId="{B0C52039-D2C1-A4A8-C230-C1C6B823FBC5}"/>
          </ac:spMkLst>
        </pc:spChg>
        <pc:spChg chg="add">
          <ac:chgData name="Bhawna -" userId="S::bhawna@stevens.edu::3069e700-3a39-45e3-83eb-00d4cd80eaa2" providerId="AD" clId="Web-{E493ADC2-3CE0-0A90-1237-23AB5765291F}" dt="2025-12-06T23:04:44.752" v="256"/>
          <ac:spMkLst>
            <pc:docMk/>
            <pc:sldMk cId="3722334614" sldId="290"/>
            <ac:spMk id="9" creationId="{2293296F-4C3A-4530-98F5-F83646ACE913}"/>
          </ac:spMkLst>
        </pc:spChg>
        <pc:spChg chg="add">
          <ac:chgData name="Bhawna -" userId="S::bhawna@stevens.edu::3069e700-3a39-45e3-83eb-00d4cd80eaa2" providerId="AD" clId="Web-{E493ADC2-3CE0-0A90-1237-23AB5765291F}" dt="2025-12-06T23:04:44.752" v="256"/>
          <ac:spMkLst>
            <pc:docMk/>
            <pc:sldMk cId="3722334614" sldId="290"/>
            <ac:spMk id="19" creationId="{51B63EEE-B5E3-42ED-90DF-2948123C7049}"/>
          </ac:spMkLst>
        </pc:spChg>
        <pc:spChg chg="add">
          <ac:chgData name="Bhawna -" userId="S::bhawna@stevens.edu::3069e700-3a39-45e3-83eb-00d4cd80eaa2" providerId="AD" clId="Web-{E493ADC2-3CE0-0A90-1237-23AB5765291F}" dt="2025-12-06T23:04:44.752" v="256"/>
          <ac:spMkLst>
            <pc:docMk/>
            <pc:sldMk cId="3722334614" sldId="290"/>
            <ac:spMk id="21" creationId="{00DC7BE8-B819-4865-ACAD-6EE9C972122D}"/>
          </ac:spMkLst>
        </pc:spChg>
        <pc:grpChg chg="add">
          <ac:chgData name="Bhawna -" userId="S::bhawna@stevens.edu::3069e700-3a39-45e3-83eb-00d4cd80eaa2" providerId="AD" clId="Web-{E493ADC2-3CE0-0A90-1237-23AB5765291F}" dt="2025-12-06T23:04:44.752" v="256"/>
          <ac:grpSpMkLst>
            <pc:docMk/>
            <pc:sldMk cId="3722334614" sldId="290"/>
            <ac:grpSpMk id="11" creationId="{3914D2BD-3C47-433D-81FE-DC6C39595F0E}"/>
          </ac:grpSpMkLst>
        </pc:grpChg>
        <pc:grpChg chg="add">
          <ac:chgData name="Bhawna -" userId="S::bhawna@stevens.edu::3069e700-3a39-45e3-83eb-00d4cd80eaa2" providerId="AD" clId="Web-{E493ADC2-3CE0-0A90-1237-23AB5765291F}" dt="2025-12-06T23:04:44.752" v="256"/>
          <ac:grpSpMkLst>
            <pc:docMk/>
            <pc:sldMk cId="3722334614" sldId="290"/>
            <ac:grpSpMk id="23" creationId="{3A5523E6-6E10-4D34-BF96-88ADA228C2EA}"/>
          </ac:grpSpMkLst>
        </pc:grpChg>
        <pc:picChg chg="add mod ord">
          <ac:chgData name="Bhawna -" userId="S::bhawna@stevens.edu::3069e700-3a39-45e3-83eb-00d4cd80eaa2" providerId="AD" clId="Web-{E493ADC2-3CE0-0A90-1237-23AB5765291F}" dt="2025-12-06T23:04:50.846" v="257" actId="14100"/>
          <ac:picMkLst>
            <pc:docMk/>
            <pc:sldMk cId="3722334614" sldId="290"/>
            <ac:picMk id="4" creationId="{C505848E-2AA2-02EE-3E0B-F17D682ADE19}"/>
          </ac:picMkLst>
        </pc:picChg>
      </pc:sldChg>
      <pc:sldChg chg="addSp delSp modSp new del mod setBg">
        <pc:chgData name="Bhawna -" userId="S::bhawna@stevens.edu::3069e700-3a39-45e3-83eb-00d4cd80eaa2" providerId="AD" clId="Web-{E493ADC2-3CE0-0A90-1237-23AB5765291F}" dt="2025-12-06T23:19:49.228" v="303"/>
        <pc:sldMkLst>
          <pc:docMk/>
          <pc:sldMk cId="2886990937" sldId="293"/>
        </pc:sldMkLst>
        <pc:spChg chg="add del">
          <ac:chgData name="Bhawna -" userId="S::bhawna@stevens.edu::3069e700-3a39-45e3-83eb-00d4cd80eaa2" providerId="AD" clId="Web-{E493ADC2-3CE0-0A90-1237-23AB5765291F}" dt="2025-12-06T23:06:59.530" v="269"/>
          <ac:spMkLst>
            <pc:docMk/>
            <pc:sldMk cId="2886990937" sldId="293"/>
            <ac:spMk id="2" creationId="{3CB87FE3-FC5F-92B1-480B-266F1A8C6899}"/>
          </ac:spMkLst>
        </pc:spChg>
        <pc:spChg chg="del">
          <ac:chgData name="Bhawna -" userId="S::bhawna@stevens.edu::3069e700-3a39-45e3-83eb-00d4cd80eaa2" providerId="AD" clId="Web-{E493ADC2-3CE0-0A90-1237-23AB5765291F}" dt="2025-12-06T23:06:24.668" v="259"/>
          <ac:spMkLst>
            <pc:docMk/>
            <pc:sldMk cId="2886990937" sldId="293"/>
            <ac:spMk id="3" creationId="{289286D6-D018-4C01-365E-F02AD73FCBA2}"/>
          </ac:spMkLst>
        </pc:spChg>
        <pc:spChg chg="add del mod">
          <ac:chgData name="Bhawna -" userId="S::bhawna@stevens.edu::3069e700-3a39-45e3-83eb-00d4cd80eaa2" providerId="AD" clId="Web-{E493ADC2-3CE0-0A90-1237-23AB5765291F}" dt="2025-12-06T23:13:05.327" v="275"/>
          <ac:spMkLst>
            <pc:docMk/>
            <pc:sldMk cId="2886990937" sldId="293"/>
            <ac:spMk id="6" creationId="{6FA48DEE-B25F-7C3A-5797-D4B60A6526E2}"/>
          </ac:spMkLst>
        </pc:spChg>
        <pc:spChg chg="add del">
          <ac:chgData name="Bhawna -" userId="S::bhawna@stevens.edu::3069e700-3a39-45e3-83eb-00d4cd80eaa2" providerId="AD" clId="Web-{E493ADC2-3CE0-0A90-1237-23AB5765291F}" dt="2025-12-06T23:06:50.686" v="266"/>
          <ac:spMkLst>
            <pc:docMk/>
            <pc:sldMk cId="2886990937" sldId="293"/>
            <ac:spMk id="9" creationId="{2293296F-4C3A-4530-98F5-F83646ACE913}"/>
          </ac:spMkLst>
        </pc:spChg>
        <pc:spChg chg="add del">
          <ac:chgData name="Bhawna -" userId="S::bhawna@stevens.edu::3069e700-3a39-45e3-83eb-00d4cd80eaa2" providerId="AD" clId="Web-{E493ADC2-3CE0-0A90-1237-23AB5765291F}" dt="2025-12-06T23:06:50.686" v="266"/>
          <ac:spMkLst>
            <pc:docMk/>
            <pc:sldMk cId="2886990937" sldId="293"/>
            <ac:spMk id="19" creationId="{916F6374-2300-41FF-BA7E-22FADCD95D3B}"/>
          </ac:spMkLst>
        </pc:spChg>
        <pc:spChg chg="add del">
          <ac:chgData name="Bhawna -" userId="S::bhawna@stevens.edu::3069e700-3a39-45e3-83eb-00d4cd80eaa2" providerId="AD" clId="Web-{E493ADC2-3CE0-0A90-1237-23AB5765291F}" dt="2025-12-06T23:06:50.686" v="266"/>
          <ac:spMkLst>
            <pc:docMk/>
            <pc:sldMk cId="2886990937" sldId="293"/>
            <ac:spMk id="21" creationId="{90864D9E-0A0C-482E-86DE-9C4E729C38D7}"/>
          </ac:spMkLst>
        </pc:spChg>
        <pc:grpChg chg="add del">
          <ac:chgData name="Bhawna -" userId="S::bhawna@stevens.edu::3069e700-3a39-45e3-83eb-00d4cd80eaa2" providerId="AD" clId="Web-{E493ADC2-3CE0-0A90-1237-23AB5765291F}" dt="2025-12-06T23:06:50.686" v="266"/>
          <ac:grpSpMkLst>
            <pc:docMk/>
            <pc:sldMk cId="2886990937" sldId="293"/>
            <ac:grpSpMk id="11" creationId="{3914D2BD-3C47-433D-81FE-DC6C39595F0E}"/>
          </ac:grpSpMkLst>
        </pc:grpChg>
        <pc:grpChg chg="add del">
          <ac:chgData name="Bhawna -" userId="S::bhawna@stevens.edu::3069e700-3a39-45e3-83eb-00d4cd80eaa2" providerId="AD" clId="Web-{E493ADC2-3CE0-0A90-1237-23AB5765291F}" dt="2025-12-06T23:06:50.686" v="266"/>
          <ac:grpSpMkLst>
            <pc:docMk/>
            <pc:sldMk cId="2886990937" sldId="293"/>
            <ac:grpSpMk id="23" creationId="{859EF20D-5821-4F54-BD14-AB7D16330F88}"/>
          </ac:grpSpMkLst>
        </pc:grpChg>
        <pc:picChg chg="add del mod ord">
          <ac:chgData name="Bhawna -" userId="S::bhawna@stevens.edu::3069e700-3a39-45e3-83eb-00d4cd80eaa2" providerId="AD" clId="Web-{E493ADC2-3CE0-0A90-1237-23AB5765291F}" dt="2025-12-06T23:07:21.735" v="274"/>
          <ac:picMkLst>
            <pc:docMk/>
            <pc:sldMk cId="2886990937" sldId="293"/>
            <ac:picMk id="4" creationId="{34C2668C-447C-C290-66F2-F7E79C089CB6}"/>
          </ac:picMkLst>
        </pc:picChg>
        <pc:picChg chg="add del mod">
          <ac:chgData name="Bhawna -" userId="S::bhawna@stevens.edu::3069e700-3a39-45e3-83eb-00d4cd80eaa2" providerId="AD" clId="Web-{E493ADC2-3CE0-0A90-1237-23AB5765291F}" dt="2025-12-06T23:15:11.346" v="289"/>
          <ac:picMkLst>
            <pc:docMk/>
            <pc:sldMk cId="2886990937" sldId="293"/>
            <ac:picMk id="7" creationId="{EB1B28FF-B225-E294-AFB1-593FB21CBF76}"/>
          </ac:picMkLst>
        </pc:picChg>
        <pc:picChg chg="add mod">
          <ac:chgData name="Bhawna -" userId="S::bhawna@stevens.edu::3069e700-3a39-45e3-83eb-00d4cd80eaa2" providerId="AD" clId="Web-{E493ADC2-3CE0-0A90-1237-23AB5765291F}" dt="2025-12-06T23:15:48.549" v="298" actId="14100"/>
          <ac:picMkLst>
            <pc:docMk/>
            <pc:sldMk cId="2886990937" sldId="293"/>
            <ac:picMk id="8" creationId="{4374BE0E-3300-4B0B-11A5-4480D82AC15E}"/>
          </ac:picMkLst>
        </pc:picChg>
      </pc:sldChg>
      <pc:sldChg chg="addSp delSp modSp add replId">
        <pc:chgData name="Bhawna -" userId="S::bhawna@stevens.edu::3069e700-3a39-45e3-83eb-00d4cd80eaa2" providerId="AD" clId="Web-{E493ADC2-3CE0-0A90-1237-23AB5765291F}" dt="2025-12-06T23:18:54.709" v="300"/>
        <pc:sldMkLst>
          <pc:docMk/>
          <pc:sldMk cId="831189367" sldId="294"/>
        </pc:sldMkLst>
        <pc:spChg chg="mod">
          <ac:chgData name="Bhawna -" userId="S::bhawna@stevens.edu::3069e700-3a39-45e3-83eb-00d4cd80eaa2" providerId="AD" clId="Web-{E493ADC2-3CE0-0A90-1237-23AB5765291F}" dt="2025-12-06T23:18:54.709" v="300"/>
          <ac:spMkLst>
            <pc:docMk/>
            <pc:sldMk cId="831189367" sldId="294"/>
            <ac:spMk id="2" creationId="{6EFE2E4C-EEB8-338B-8A2C-B0261B81C849}"/>
          </ac:spMkLst>
        </pc:spChg>
        <pc:spChg chg="del">
          <ac:chgData name="Bhawna -" userId="S::bhawna@stevens.edu::3069e700-3a39-45e3-83eb-00d4cd80eaa2" providerId="AD" clId="Web-{E493ADC2-3CE0-0A90-1237-23AB5765291F}" dt="2025-12-06T23:18:54.709" v="300"/>
          <ac:spMkLst>
            <pc:docMk/>
            <pc:sldMk cId="831189367" sldId="294"/>
            <ac:spMk id="10" creationId="{34DC3355-64BF-5781-8816-125BA80525FE}"/>
          </ac:spMkLst>
        </pc:spChg>
        <pc:spChg chg="del">
          <ac:chgData name="Bhawna -" userId="S::bhawna@stevens.edu::3069e700-3a39-45e3-83eb-00d4cd80eaa2" providerId="AD" clId="Web-{E493ADC2-3CE0-0A90-1237-23AB5765291F}" dt="2025-12-06T23:18:54.709" v="300"/>
          <ac:spMkLst>
            <pc:docMk/>
            <pc:sldMk cId="831189367" sldId="294"/>
            <ac:spMk id="12" creationId="{D43F457D-FC2F-2CA8-FF25-D7ACAEFD645A}"/>
          </ac:spMkLst>
        </pc:spChg>
        <pc:spChg chg="add">
          <ac:chgData name="Bhawna -" userId="S::bhawna@stevens.edu::3069e700-3a39-45e3-83eb-00d4cd80eaa2" providerId="AD" clId="Web-{E493ADC2-3CE0-0A90-1237-23AB5765291F}" dt="2025-12-06T23:18:54.709" v="300"/>
          <ac:spMkLst>
            <pc:docMk/>
            <pc:sldMk cId="831189367" sldId="294"/>
            <ac:spMk id="17" creationId="{B62E0F97-3B68-4A9A-81FD-184E8051D278}"/>
          </ac:spMkLst>
        </pc:spChg>
        <pc:spChg chg="add">
          <ac:chgData name="Bhawna -" userId="S::bhawna@stevens.edu::3069e700-3a39-45e3-83eb-00d4cd80eaa2" providerId="AD" clId="Web-{E493ADC2-3CE0-0A90-1237-23AB5765291F}" dt="2025-12-06T23:18:54.709" v="300"/>
          <ac:spMkLst>
            <pc:docMk/>
            <pc:sldMk cId="831189367" sldId="294"/>
            <ac:spMk id="19" creationId="{1A9C0995-256A-4F90-97D6-FB8958A5D433}"/>
          </ac:spMkLst>
        </pc:spChg>
        <pc:grpChg chg="add">
          <ac:chgData name="Bhawna -" userId="S::bhawna@stevens.edu::3069e700-3a39-45e3-83eb-00d4cd80eaa2" providerId="AD" clId="Web-{E493ADC2-3CE0-0A90-1237-23AB5765291F}" dt="2025-12-06T23:18:54.709" v="300"/>
          <ac:grpSpMkLst>
            <pc:docMk/>
            <pc:sldMk cId="831189367" sldId="294"/>
            <ac:grpSpMk id="21" creationId="{2C500373-6BCD-49C7-86D2-7DC695C43C83}"/>
          </ac:grpSpMkLst>
        </pc:grpChg>
        <pc:graphicFrameChg chg="mod modGraphic">
          <ac:chgData name="Bhawna -" userId="S::bhawna@stevens.edu::3069e700-3a39-45e3-83eb-00d4cd80eaa2" providerId="AD" clId="Web-{E493ADC2-3CE0-0A90-1237-23AB5765291F}" dt="2025-12-06T23:18:54.709" v="300"/>
          <ac:graphicFrameMkLst>
            <pc:docMk/>
            <pc:sldMk cId="831189367" sldId="294"/>
            <ac:graphicFrameMk id="5" creationId="{C9B6EF13-F1E6-D689-4B67-84AE7B8B6BA6}"/>
          </ac:graphicFrameMkLst>
        </pc:graphicFrameChg>
      </pc:sldChg>
    </pc:docChg>
  </pc:docChgLst>
  <pc:docChgLst>
    <pc:chgData name="Tejal Rajendra Kuwar" userId="S::tkuwar@stevens.edu::78095a22-71e7-48b6-b5b6-ac49f4aaaee5" providerId="AD" clId="Web-{B1059488-2B5B-C284-489E-F014CC7E564F}"/>
    <pc:docChg chg="addSld delSld modSld">
      <pc:chgData name="Tejal Rajendra Kuwar" userId="S::tkuwar@stevens.edu::78095a22-71e7-48b6-b5b6-ac49f4aaaee5" providerId="AD" clId="Web-{B1059488-2B5B-C284-489E-F014CC7E564F}" dt="2025-12-06T23:26:40.830" v="285" actId="20577"/>
      <pc:docMkLst>
        <pc:docMk/>
      </pc:docMkLst>
      <pc:sldChg chg="modSp">
        <pc:chgData name="Tejal Rajendra Kuwar" userId="S::tkuwar@stevens.edu::78095a22-71e7-48b6-b5b6-ac49f4aaaee5" providerId="AD" clId="Web-{B1059488-2B5B-C284-489E-F014CC7E564F}" dt="2025-12-06T23:26:40.830" v="285" actId="20577"/>
        <pc:sldMkLst>
          <pc:docMk/>
          <pc:sldMk cId="4033334564" sldId="256"/>
        </pc:sldMkLst>
        <pc:spChg chg="mod">
          <ac:chgData name="Tejal Rajendra Kuwar" userId="S::tkuwar@stevens.edu::78095a22-71e7-48b6-b5b6-ac49f4aaaee5" providerId="AD" clId="Web-{B1059488-2B5B-C284-489E-F014CC7E564F}" dt="2025-12-06T23:26:17.142" v="283" actId="20577"/>
          <ac:spMkLst>
            <pc:docMk/>
            <pc:sldMk cId="4033334564" sldId="256"/>
            <ac:spMk id="2" creationId="{1B859AF8-DBE8-F4C2-B4DA-2F4D9874C446}"/>
          </ac:spMkLst>
        </pc:spChg>
        <pc:spChg chg="mod">
          <ac:chgData name="Tejal Rajendra Kuwar" userId="S::tkuwar@stevens.edu::78095a22-71e7-48b6-b5b6-ac49f4aaaee5" providerId="AD" clId="Web-{B1059488-2B5B-C284-489E-F014CC7E564F}" dt="2025-12-06T23:25:57.470" v="282" actId="20577"/>
          <ac:spMkLst>
            <pc:docMk/>
            <pc:sldMk cId="4033334564" sldId="256"/>
            <ac:spMk id="3" creationId="{AA474B9A-8644-67A1-7501-C776C2428461}"/>
          </ac:spMkLst>
        </pc:spChg>
        <pc:spChg chg="mod">
          <ac:chgData name="Tejal Rajendra Kuwar" userId="S::tkuwar@stevens.edu::78095a22-71e7-48b6-b5b6-ac49f4aaaee5" providerId="AD" clId="Web-{B1059488-2B5B-C284-489E-F014CC7E564F}" dt="2025-12-06T23:26:40.830" v="285" actId="20577"/>
          <ac:spMkLst>
            <pc:docMk/>
            <pc:sldMk cId="4033334564" sldId="256"/>
            <ac:spMk id="10" creationId="{7D51F794-3E49-ABFD-9AAF-9102E83C2188}"/>
          </ac:spMkLst>
        </pc:spChg>
      </pc:sldChg>
      <pc:sldChg chg="modSp">
        <pc:chgData name="Tejal Rajendra Kuwar" userId="S::tkuwar@stevens.edu::78095a22-71e7-48b6-b5b6-ac49f4aaaee5" providerId="AD" clId="Web-{B1059488-2B5B-C284-489E-F014CC7E564F}" dt="2025-12-06T23:23:51.001" v="281" actId="20577"/>
        <pc:sldMkLst>
          <pc:docMk/>
          <pc:sldMk cId="2020709098" sldId="260"/>
        </pc:sldMkLst>
        <pc:graphicFrameChg chg="modGraphic">
          <ac:chgData name="Tejal Rajendra Kuwar" userId="S::tkuwar@stevens.edu::78095a22-71e7-48b6-b5b6-ac49f4aaaee5" providerId="AD" clId="Web-{B1059488-2B5B-C284-489E-F014CC7E564F}" dt="2025-12-06T23:23:51.001" v="281" actId="20577"/>
          <ac:graphicFrameMkLst>
            <pc:docMk/>
            <pc:sldMk cId="2020709098" sldId="260"/>
            <ac:graphicFrameMk id="5" creationId="{6683AAAC-BA63-BC39-777A-07427D1D7456}"/>
          </ac:graphicFrameMkLst>
        </pc:graphicFrameChg>
      </pc:sldChg>
      <pc:sldChg chg="modSp">
        <pc:chgData name="Tejal Rajendra Kuwar" userId="S::tkuwar@stevens.edu::78095a22-71e7-48b6-b5b6-ac49f4aaaee5" providerId="AD" clId="Web-{B1059488-2B5B-C284-489E-F014CC7E564F}" dt="2025-12-06T23:12:17.136" v="278" actId="20577"/>
        <pc:sldMkLst>
          <pc:docMk/>
          <pc:sldMk cId="3562900598" sldId="271"/>
        </pc:sldMkLst>
        <pc:graphicFrameChg chg="modGraphic">
          <ac:chgData name="Tejal Rajendra Kuwar" userId="S::tkuwar@stevens.edu::78095a22-71e7-48b6-b5b6-ac49f4aaaee5" providerId="AD" clId="Web-{B1059488-2B5B-C284-489E-F014CC7E564F}" dt="2025-12-06T23:12:17.136" v="278" actId="20577"/>
          <ac:graphicFrameMkLst>
            <pc:docMk/>
            <pc:sldMk cId="3562900598" sldId="271"/>
            <ac:graphicFrameMk id="5" creationId="{19A428D3-4728-B41A-DE63-2BEC4B71B77A}"/>
          </ac:graphicFrameMkLst>
        </pc:graphicFrameChg>
      </pc:sldChg>
      <pc:sldChg chg="modSp">
        <pc:chgData name="Tejal Rajendra Kuwar" userId="S::tkuwar@stevens.edu::78095a22-71e7-48b6-b5b6-ac49f4aaaee5" providerId="AD" clId="Web-{B1059488-2B5B-C284-489E-F014CC7E564F}" dt="2025-12-06T23:11:20.181" v="245" actId="20577"/>
        <pc:sldMkLst>
          <pc:docMk/>
          <pc:sldMk cId="1139659073" sldId="273"/>
        </pc:sldMkLst>
        <pc:graphicFrameChg chg="modGraphic">
          <ac:chgData name="Tejal Rajendra Kuwar" userId="S::tkuwar@stevens.edu::78095a22-71e7-48b6-b5b6-ac49f4aaaee5" providerId="AD" clId="Web-{B1059488-2B5B-C284-489E-F014CC7E564F}" dt="2025-12-06T23:11:20.181" v="245" actId="20577"/>
          <ac:graphicFrameMkLst>
            <pc:docMk/>
            <pc:sldMk cId="1139659073" sldId="273"/>
            <ac:graphicFrameMk id="6" creationId="{C8BFAB67-FBAC-6D9B-E606-3E52870EFDB7}"/>
          </ac:graphicFrameMkLst>
        </pc:graphicFrameChg>
      </pc:sldChg>
      <pc:sldChg chg="modSp">
        <pc:chgData name="Tejal Rajendra Kuwar" userId="S::tkuwar@stevens.edu::78095a22-71e7-48b6-b5b6-ac49f4aaaee5" providerId="AD" clId="Web-{B1059488-2B5B-C284-489E-F014CC7E564F}" dt="2025-12-06T22:35:16.251" v="95" actId="20577"/>
        <pc:sldMkLst>
          <pc:docMk/>
          <pc:sldMk cId="4038900943" sldId="278"/>
        </pc:sldMkLst>
        <pc:spChg chg="mod">
          <ac:chgData name="Tejal Rajendra Kuwar" userId="S::tkuwar@stevens.edu::78095a22-71e7-48b6-b5b6-ac49f4aaaee5" providerId="AD" clId="Web-{B1059488-2B5B-C284-489E-F014CC7E564F}" dt="2025-12-06T22:27:21.020" v="66" actId="20577"/>
          <ac:spMkLst>
            <pc:docMk/>
            <pc:sldMk cId="4038900943" sldId="278"/>
            <ac:spMk id="2" creationId="{6B0E43B2-2B70-C71C-FD91-7302F98C6EB1}"/>
          </ac:spMkLst>
        </pc:spChg>
        <pc:spChg chg="mod">
          <ac:chgData name="Tejal Rajendra Kuwar" userId="S::tkuwar@stevens.edu::78095a22-71e7-48b6-b5b6-ac49f4aaaee5" providerId="AD" clId="Web-{B1059488-2B5B-C284-489E-F014CC7E564F}" dt="2025-12-06T22:35:16.251" v="95" actId="20577"/>
          <ac:spMkLst>
            <pc:docMk/>
            <pc:sldMk cId="4038900943" sldId="278"/>
            <ac:spMk id="3" creationId="{AB78F6FF-FA05-566B-9144-83662C21F04F}"/>
          </ac:spMkLst>
        </pc:spChg>
      </pc:sldChg>
      <pc:sldChg chg="new del">
        <pc:chgData name="Tejal Rajendra Kuwar" userId="S::tkuwar@stevens.edu::78095a22-71e7-48b6-b5b6-ac49f4aaaee5" providerId="AD" clId="Web-{B1059488-2B5B-C284-489E-F014CC7E564F}" dt="2025-12-06T21:59:37.191" v="1"/>
        <pc:sldMkLst>
          <pc:docMk/>
          <pc:sldMk cId="100609834" sldId="281"/>
        </pc:sldMkLst>
      </pc:sldChg>
      <pc:sldChg chg="modSp new">
        <pc:chgData name="Tejal Rajendra Kuwar" userId="S::tkuwar@stevens.edu::78095a22-71e7-48b6-b5b6-ac49f4aaaee5" providerId="AD" clId="Web-{B1059488-2B5B-C284-489E-F014CC7E564F}" dt="2025-12-06T22:38:38.051" v="101" actId="20577"/>
        <pc:sldMkLst>
          <pc:docMk/>
          <pc:sldMk cId="417839665" sldId="282"/>
        </pc:sldMkLst>
        <pc:spChg chg="mod">
          <ac:chgData name="Tejal Rajendra Kuwar" userId="S::tkuwar@stevens.edu::78095a22-71e7-48b6-b5b6-ac49f4aaaee5" providerId="AD" clId="Web-{B1059488-2B5B-C284-489E-F014CC7E564F}" dt="2025-12-06T22:07:51.239" v="26" actId="20577"/>
          <ac:spMkLst>
            <pc:docMk/>
            <pc:sldMk cId="417839665" sldId="282"/>
            <ac:spMk id="2" creationId="{516C53E2-DEFB-FF27-BAE3-2D3A8DE08DD5}"/>
          </ac:spMkLst>
        </pc:spChg>
        <pc:spChg chg="mod">
          <ac:chgData name="Tejal Rajendra Kuwar" userId="S::tkuwar@stevens.edu::78095a22-71e7-48b6-b5b6-ac49f4aaaee5" providerId="AD" clId="Web-{B1059488-2B5B-C284-489E-F014CC7E564F}" dt="2025-12-06T22:38:38.051" v="101" actId="20577"/>
          <ac:spMkLst>
            <pc:docMk/>
            <pc:sldMk cId="417839665" sldId="282"/>
            <ac:spMk id="3" creationId="{0227A459-49BF-FCCB-C38B-5DB865205841}"/>
          </ac:spMkLst>
        </pc:spChg>
      </pc:sldChg>
      <pc:sldChg chg="modSp new del">
        <pc:chgData name="Tejal Rajendra Kuwar" userId="S::tkuwar@stevens.edu::78095a22-71e7-48b6-b5b6-ac49f4aaaee5" providerId="AD" clId="Web-{B1059488-2B5B-C284-489E-F014CC7E564F}" dt="2025-12-06T22:22:32.155" v="51"/>
        <pc:sldMkLst>
          <pc:docMk/>
          <pc:sldMk cId="3584777607" sldId="283"/>
        </pc:sldMkLst>
        <pc:spChg chg="mod">
          <ac:chgData name="Tejal Rajendra Kuwar" userId="S::tkuwar@stevens.edu::78095a22-71e7-48b6-b5b6-ac49f4aaaee5" providerId="AD" clId="Web-{B1059488-2B5B-C284-489E-F014CC7E564F}" dt="2025-12-06T22:14:17.959" v="43" actId="20577"/>
          <ac:spMkLst>
            <pc:docMk/>
            <pc:sldMk cId="3584777607" sldId="283"/>
            <ac:spMk id="2" creationId="{CBF31A73-5520-58A1-375B-83E5E9FCF3BE}"/>
          </ac:spMkLst>
        </pc:spChg>
      </pc:sldChg>
      <pc:sldChg chg="modSp new del">
        <pc:chgData name="Tejal Rajendra Kuwar" userId="S::tkuwar@stevens.edu::78095a22-71e7-48b6-b5b6-ac49f4aaaee5" providerId="AD" clId="Web-{B1059488-2B5B-C284-489E-F014CC7E564F}" dt="2025-12-06T22:46:16.567" v="125"/>
        <pc:sldMkLst>
          <pc:docMk/>
          <pc:sldMk cId="2679576997" sldId="285"/>
        </pc:sldMkLst>
        <pc:spChg chg="mod">
          <ac:chgData name="Tejal Rajendra Kuwar" userId="S::tkuwar@stevens.edu::78095a22-71e7-48b6-b5b6-ac49f4aaaee5" providerId="AD" clId="Web-{B1059488-2B5B-C284-489E-F014CC7E564F}" dt="2025-12-06T22:30:58.480" v="78" actId="20577"/>
          <ac:spMkLst>
            <pc:docMk/>
            <pc:sldMk cId="2679576997" sldId="285"/>
            <ac:spMk id="2" creationId="{26D63F4E-63BF-4FB4-D8CB-AF42BA6B0E19}"/>
          </ac:spMkLst>
        </pc:spChg>
        <pc:spChg chg="mod">
          <ac:chgData name="Tejal Rajendra Kuwar" userId="S::tkuwar@stevens.edu::78095a22-71e7-48b6-b5b6-ac49f4aaaee5" providerId="AD" clId="Web-{B1059488-2B5B-C284-489E-F014CC7E564F}" dt="2025-12-06T22:45:12.143" v="124" actId="20577"/>
          <ac:spMkLst>
            <pc:docMk/>
            <pc:sldMk cId="2679576997" sldId="285"/>
            <ac:spMk id="3" creationId="{A8473AEA-A009-7CFF-3716-16C0F857BC61}"/>
          </ac:spMkLst>
        </pc:spChg>
      </pc:sldChg>
      <pc:sldChg chg="modSp new">
        <pc:chgData name="Tejal Rajendra Kuwar" userId="S::tkuwar@stevens.edu::78095a22-71e7-48b6-b5b6-ac49f4aaaee5" providerId="AD" clId="Web-{B1059488-2B5B-C284-489E-F014CC7E564F}" dt="2025-12-06T22:52:03.435" v="183" actId="20577"/>
        <pc:sldMkLst>
          <pc:docMk/>
          <pc:sldMk cId="3936839097" sldId="289"/>
        </pc:sldMkLst>
        <pc:spChg chg="mod">
          <ac:chgData name="Tejal Rajendra Kuwar" userId="S::tkuwar@stevens.edu::78095a22-71e7-48b6-b5b6-ac49f4aaaee5" providerId="AD" clId="Web-{B1059488-2B5B-C284-489E-F014CC7E564F}" dt="2025-12-06T22:46:29.490" v="136" actId="20577"/>
          <ac:spMkLst>
            <pc:docMk/>
            <pc:sldMk cId="3936839097" sldId="289"/>
            <ac:spMk id="2" creationId="{CBF1933C-1E36-3492-F25F-501772701141}"/>
          </ac:spMkLst>
        </pc:spChg>
        <pc:spChg chg="mod">
          <ac:chgData name="Tejal Rajendra Kuwar" userId="S::tkuwar@stevens.edu::78095a22-71e7-48b6-b5b6-ac49f4aaaee5" providerId="AD" clId="Web-{B1059488-2B5B-C284-489E-F014CC7E564F}" dt="2025-12-06T22:52:03.435" v="183" actId="20577"/>
          <ac:spMkLst>
            <pc:docMk/>
            <pc:sldMk cId="3936839097" sldId="289"/>
            <ac:spMk id="3" creationId="{B42E2218-BC15-D0E8-6A0B-2D40F2436A44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datasets/jessemostipak/hotel-booking-demand" TargetMode="External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datasets/jessemostipak/hotel-booking-demand" TargetMode="External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5F604B-3D40-4536-948D-97EA829C8A6A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519FF8B-4394-408C-AABB-B277B0C15EC5}">
      <dgm:prSet/>
      <dgm:spPr/>
      <dgm:t>
        <a:bodyPr/>
        <a:lstStyle/>
        <a:p>
          <a:r>
            <a:rPr lang="en-US" b="1">
              <a:solidFill>
                <a:schemeClr val="tx2">
                  <a:lumMod val="60000"/>
                  <a:lumOff val="40000"/>
                </a:schemeClr>
              </a:solidFill>
            </a:rPr>
            <a:t>Why hotel cancellations are a serious problem?</a:t>
          </a:r>
          <a:br>
            <a:rPr lang="en-US" b="1">
              <a:solidFill>
                <a:schemeClr val="tx2">
                  <a:lumMod val="60000"/>
                  <a:lumOff val="40000"/>
                </a:schemeClr>
              </a:solidFill>
            </a:rPr>
          </a:br>
          <a:r>
            <a:rPr lang="en-US" b="1">
              <a:solidFill>
                <a:schemeClr val="tx2">
                  <a:lumMod val="60000"/>
                  <a:lumOff val="40000"/>
                </a:schemeClr>
              </a:solidFill>
            </a:rPr>
            <a:t>- </a:t>
          </a:r>
          <a:r>
            <a:rPr lang="en-US">
              <a:solidFill>
                <a:schemeClr val="tx2">
                  <a:lumMod val="60000"/>
                  <a:lumOff val="40000"/>
                </a:schemeClr>
              </a:solidFill>
            </a:rPr>
            <a:t>Cancellations create empty rooms and direct revenue loss</a:t>
          </a:r>
          <a:br>
            <a:rPr lang="en-US">
              <a:solidFill>
                <a:schemeClr val="tx2">
                  <a:lumMod val="60000"/>
                  <a:lumOff val="40000"/>
                </a:schemeClr>
              </a:solidFill>
            </a:rPr>
          </a:br>
          <a:r>
            <a:rPr lang="en-US" b="1">
              <a:solidFill>
                <a:schemeClr val="tx2">
                  <a:lumMod val="60000"/>
                  <a:lumOff val="40000"/>
                </a:schemeClr>
              </a:solidFill>
            </a:rPr>
            <a:t>- </a:t>
          </a:r>
          <a:r>
            <a:rPr lang="en-US">
              <a:solidFill>
                <a:schemeClr val="tx2">
                  <a:lumMod val="60000"/>
                  <a:lumOff val="40000"/>
                </a:schemeClr>
              </a:solidFill>
            </a:rPr>
            <a:t>Last minute cancellations are the most damaging because the room is hard to resell</a:t>
          </a:r>
          <a:br>
            <a:rPr lang="en-US">
              <a:solidFill>
                <a:schemeClr val="tx2">
                  <a:lumMod val="60000"/>
                  <a:lumOff val="40000"/>
                </a:schemeClr>
              </a:solidFill>
            </a:rPr>
          </a:br>
          <a:r>
            <a:rPr lang="en-US" b="1">
              <a:solidFill>
                <a:schemeClr val="tx2">
                  <a:lumMod val="60000"/>
                  <a:lumOff val="40000"/>
                </a:schemeClr>
              </a:solidFill>
            </a:rPr>
            <a:t>-</a:t>
          </a:r>
          <a:r>
            <a:rPr lang="en-US">
              <a:solidFill>
                <a:schemeClr val="tx2">
                  <a:lumMod val="60000"/>
                  <a:lumOff val="40000"/>
                </a:schemeClr>
              </a:solidFill>
            </a:rPr>
            <a:t> Over booking can protect revenue but can also hurt guest experience if too aggressive</a:t>
          </a:r>
          <a:br>
            <a:rPr lang="en-US">
              <a:solidFill>
                <a:schemeClr val="tx2">
                  <a:lumMod val="60000"/>
                  <a:lumOff val="40000"/>
                </a:schemeClr>
              </a:solidFill>
            </a:rPr>
          </a:br>
          <a:r>
            <a:rPr lang="en-US" b="1">
              <a:solidFill>
                <a:schemeClr val="tx2">
                  <a:lumMod val="60000"/>
                  <a:lumOff val="40000"/>
                </a:schemeClr>
              </a:solidFill>
            </a:rPr>
            <a:t>-</a:t>
          </a:r>
          <a:r>
            <a:rPr lang="en-US">
              <a:solidFill>
                <a:schemeClr val="tx2">
                  <a:lumMod val="60000"/>
                  <a:lumOff val="40000"/>
                </a:schemeClr>
              </a:solidFill>
            </a:rPr>
            <a:t> A smart prediction model can help the hotel strike a better balance between revenue and service quality</a:t>
          </a:r>
        </a:p>
      </dgm:t>
    </dgm:pt>
    <dgm:pt modelId="{8CA3B65F-9DCB-4009-BC99-21997DB24E6C}" type="parTrans" cxnId="{3C466394-E8E8-461D-8DFE-2DF6A05723F1}">
      <dgm:prSet/>
      <dgm:spPr/>
      <dgm:t>
        <a:bodyPr/>
        <a:lstStyle/>
        <a:p>
          <a:endParaRPr lang="en-US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85F8130F-786F-474C-B9B0-D3F26C5D37B9}" type="sibTrans" cxnId="{3C466394-E8E8-461D-8DFE-2DF6A05723F1}">
      <dgm:prSet/>
      <dgm:spPr/>
      <dgm:t>
        <a:bodyPr/>
        <a:lstStyle/>
        <a:p>
          <a:endParaRPr lang="en-US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FDE926F4-1F46-4D7A-986A-5BA4D080F343}">
      <dgm:prSet/>
      <dgm:spPr/>
      <dgm:t>
        <a:bodyPr/>
        <a:lstStyle/>
        <a:p>
          <a:pPr rtl="0"/>
          <a:r>
            <a:rPr lang="en-US" b="1">
              <a:solidFill>
                <a:schemeClr val="tx2">
                  <a:lumMod val="60000"/>
                  <a:lumOff val="40000"/>
                </a:schemeClr>
              </a:solidFill>
            </a:rPr>
            <a:t>Our Question</a:t>
          </a:r>
          <a:br>
            <a:rPr lang="en-US" b="1">
              <a:solidFill>
                <a:schemeClr val="tx2">
                  <a:lumMod val="60000"/>
                  <a:lumOff val="40000"/>
                </a:schemeClr>
              </a:solidFill>
            </a:rPr>
          </a:br>
          <a:r>
            <a:rPr lang="en-US" b="1">
              <a:solidFill>
                <a:schemeClr val="tx2">
                  <a:lumMod val="60000"/>
                  <a:lumOff val="40000"/>
                </a:schemeClr>
              </a:solidFill>
            </a:rPr>
            <a:t>- </a:t>
          </a:r>
          <a:r>
            <a:rPr lang="en-US">
              <a:solidFill>
                <a:schemeClr val="tx2">
                  <a:lumMod val="60000"/>
                  <a:lumOff val="40000"/>
                </a:schemeClr>
              </a:solidFill>
            </a:rPr>
            <a:t>Can we predict at booking time whether a reservation is likely to cancel</a:t>
          </a:r>
          <a:r>
            <a:rPr lang="en-US">
              <a:solidFill>
                <a:schemeClr val="tx2">
                  <a:lumMod val="60000"/>
                  <a:lumOff val="40000"/>
                </a:schemeClr>
              </a:solidFill>
              <a:latin typeface="Footlight MT Light"/>
            </a:rPr>
            <a:t> ?</a:t>
          </a:r>
          <a:endParaRPr lang="en-US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239DC98C-EAE5-4A56-B8BA-84FBCF8235EE}" type="parTrans" cxnId="{4561E59A-12E6-4F3F-9ACB-5E3599E98BDB}">
      <dgm:prSet/>
      <dgm:spPr/>
      <dgm:t>
        <a:bodyPr/>
        <a:lstStyle/>
        <a:p>
          <a:endParaRPr lang="en-US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917C4B4D-3C53-4FB8-B875-E0E61185AA65}" type="sibTrans" cxnId="{4561E59A-12E6-4F3F-9ACB-5E3599E98BDB}">
      <dgm:prSet/>
      <dgm:spPr/>
      <dgm:t>
        <a:bodyPr/>
        <a:lstStyle/>
        <a:p>
          <a:endParaRPr lang="en-US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75601EC4-AFE5-4824-B4A3-0010038CE696}" type="pres">
      <dgm:prSet presAssocID="{6D5F604B-3D40-4536-948D-97EA829C8A6A}" presName="vert0" presStyleCnt="0">
        <dgm:presLayoutVars>
          <dgm:dir/>
          <dgm:animOne val="branch"/>
          <dgm:animLvl val="lvl"/>
        </dgm:presLayoutVars>
      </dgm:prSet>
      <dgm:spPr/>
    </dgm:pt>
    <dgm:pt modelId="{9497AB66-7879-41CC-8EA4-DF64E4ECEFB9}" type="pres">
      <dgm:prSet presAssocID="{0519FF8B-4394-408C-AABB-B277B0C15EC5}" presName="thickLine" presStyleLbl="alignNode1" presStyleIdx="0" presStyleCnt="2"/>
      <dgm:spPr/>
    </dgm:pt>
    <dgm:pt modelId="{87528E5E-EFFC-4A27-9E02-A5F47C6DFF0D}" type="pres">
      <dgm:prSet presAssocID="{0519FF8B-4394-408C-AABB-B277B0C15EC5}" presName="horz1" presStyleCnt="0"/>
      <dgm:spPr/>
    </dgm:pt>
    <dgm:pt modelId="{20262828-FEEC-4C5D-98EB-D8D07442F3F4}" type="pres">
      <dgm:prSet presAssocID="{0519FF8B-4394-408C-AABB-B277B0C15EC5}" presName="tx1" presStyleLbl="revTx" presStyleIdx="0" presStyleCnt="2"/>
      <dgm:spPr/>
    </dgm:pt>
    <dgm:pt modelId="{896ABCD5-F084-40F7-99CC-AC736039B953}" type="pres">
      <dgm:prSet presAssocID="{0519FF8B-4394-408C-AABB-B277B0C15EC5}" presName="vert1" presStyleCnt="0"/>
      <dgm:spPr/>
    </dgm:pt>
    <dgm:pt modelId="{140C8A4B-909F-49EC-A1AB-1ED0262BAA76}" type="pres">
      <dgm:prSet presAssocID="{FDE926F4-1F46-4D7A-986A-5BA4D080F343}" presName="thickLine" presStyleLbl="alignNode1" presStyleIdx="1" presStyleCnt="2"/>
      <dgm:spPr/>
    </dgm:pt>
    <dgm:pt modelId="{32FC336A-2805-42C8-9410-EBC8E82DFF26}" type="pres">
      <dgm:prSet presAssocID="{FDE926F4-1F46-4D7A-986A-5BA4D080F343}" presName="horz1" presStyleCnt="0"/>
      <dgm:spPr/>
    </dgm:pt>
    <dgm:pt modelId="{B23DF98E-46B2-40E9-886A-1B27BF41EE88}" type="pres">
      <dgm:prSet presAssocID="{FDE926F4-1F46-4D7A-986A-5BA4D080F343}" presName="tx1" presStyleLbl="revTx" presStyleIdx="1" presStyleCnt="2"/>
      <dgm:spPr/>
    </dgm:pt>
    <dgm:pt modelId="{0192C544-2827-4865-BF61-43C8BD6487BF}" type="pres">
      <dgm:prSet presAssocID="{FDE926F4-1F46-4D7A-986A-5BA4D080F343}" presName="vert1" presStyleCnt="0"/>
      <dgm:spPr/>
    </dgm:pt>
  </dgm:ptLst>
  <dgm:cxnLst>
    <dgm:cxn modelId="{478E318D-9C67-409B-A665-2A4DC02AFBB5}" type="presOf" srcId="{FDE926F4-1F46-4D7A-986A-5BA4D080F343}" destId="{B23DF98E-46B2-40E9-886A-1B27BF41EE88}" srcOrd="0" destOrd="0" presId="urn:microsoft.com/office/officeart/2008/layout/LinedList"/>
    <dgm:cxn modelId="{3C466394-E8E8-461D-8DFE-2DF6A05723F1}" srcId="{6D5F604B-3D40-4536-948D-97EA829C8A6A}" destId="{0519FF8B-4394-408C-AABB-B277B0C15EC5}" srcOrd="0" destOrd="0" parTransId="{8CA3B65F-9DCB-4009-BC99-21997DB24E6C}" sibTransId="{85F8130F-786F-474C-B9B0-D3F26C5D37B9}"/>
    <dgm:cxn modelId="{4561E59A-12E6-4F3F-9ACB-5E3599E98BDB}" srcId="{6D5F604B-3D40-4536-948D-97EA829C8A6A}" destId="{FDE926F4-1F46-4D7A-986A-5BA4D080F343}" srcOrd="1" destOrd="0" parTransId="{239DC98C-EAE5-4A56-B8BA-84FBCF8235EE}" sibTransId="{917C4B4D-3C53-4FB8-B875-E0E61185AA65}"/>
    <dgm:cxn modelId="{E1EE5CA5-1CD3-4106-8FEC-6771D41D61DE}" type="presOf" srcId="{6D5F604B-3D40-4536-948D-97EA829C8A6A}" destId="{75601EC4-AFE5-4824-B4A3-0010038CE696}" srcOrd="0" destOrd="0" presId="urn:microsoft.com/office/officeart/2008/layout/LinedList"/>
    <dgm:cxn modelId="{C7ACE8D8-13B3-41FA-B9B5-EA334DEEBC21}" type="presOf" srcId="{0519FF8B-4394-408C-AABB-B277B0C15EC5}" destId="{20262828-FEEC-4C5D-98EB-D8D07442F3F4}" srcOrd="0" destOrd="0" presId="urn:microsoft.com/office/officeart/2008/layout/LinedList"/>
    <dgm:cxn modelId="{2A46D7AB-5383-43C9-9265-C6F684931063}" type="presParOf" srcId="{75601EC4-AFE5-4824-B4A3-0010038CE696}" destId="{9497AB66-7879-41CC-8EA4-DF64E4ECEFB9}" srcOrd="0" destOrd="0" presId="urn:microsoft.com/office/officeart/2008/layout/LinedList"/>
    <dgm:cxn modelId="{335A16AA-4623-434C-A3BE-AFF793AE0B4F}" type="presParOf" srcId="{75601EC4-AFE5-4824-B4A3-0010038CE696}" destId="{87528E5E-EFFC-4A27-9E02-A5F47C6DFF0D}" srcOrd="1" destOrd="0" presId="urn:microsoft.com/office/officeart/2008/layout/LinedList"/>
    <dgm:cxn modelId="{D2AE3D56-8DD2-4549-BE80-5384BA536173}" type="presParOf" srcId="{87528E5E-EFFC-4A27-9E02-A5F47C6DFF0D}" destId="{20262828-FEEC-4C5D-98EB-D8D07442F3F4}" srcOrd="0" destOrd="0" presId="urn:microsoft.com/office/officeart/2008/layout/LinedList"/>
    <dgm:cxn modelId="{000257A3-939F-4074-9AB9-8DCA59B2FFF6}" type="presParOf" srcId="{87528E5E-EFFC-4A27-9E02-A5F47C6DFF0D}" destId="{896ABCD5-F084-40F7-99CC-AC736039B953}" srcOrd="1" destOrd="0" presId="urn:microsoft.com/office/officeart/2008/layout/LinedList"/>
    <dgm:cxn modelId="{1685D9C6-55A8-46EE-BF2A-629C81E693DF}" type="presParOf" srcId="{75601EC4-AFE5-4824-B4A3-0010038CE696}" destId="{140C8A4B-909F-49EC-A1AB-1ED0262BAA76}" srcOrd="2" destOrd="0" presId="urn:microsoft.com/office/officeart/2008/layout/LinedList"/>
    <dgm:cxn modelId="{B7495EFA-8AA5-4FB7-866C-004D09F08250}" type="presParOf" srcId="{75601EC4-AFE5-4824-B4A3-0010038CE696}" destId="{32FC336A-2805-42C8-9410-EBC8E82DFF26}" srcOrd="3" destOrd="0" presId="urn:microsoft.com/office/officeart/2008/layout/LinedList"/>
    <dgm:cxn modelId="{E8D16998-7AD9-4B3C-BD01-91748584B374}" type="presParOf" srcId="{32FC336A-2805-42C8-9410-EBC8E82DFF26}" destId="{B23DF98E-46B2-40E9-886A-1B27BF41EE88}" srcOrd="0" destOrd="0" presId="urn:microsoft.com/office/officeart/2008/layout/LinedList"/>
    <dgm:cxn modelId="{FE073FFE-8F25-44D6-857B-A964844192E3}" type="presParOf" srcId="{32FC336A-2805-42C8-9410-EBC8E82DFF26}" destId="{0192C544-2827-4865-BF61-43C8BD6487B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622569-3613-446D-BDE0-5F88E900EDD3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F4AED4F-F3AF-48AF-8921-B20ECAA6DE62}">
      <dgm:prSet/>
      <dgm:spPr/>
      <dgm:t>
        <a:bodyPr/>
        <a:lstStyle/>
        <a:p>
          <a:r>
            <a:rPr lang="en-US" b="1">
              <a:solidFill>
                <a:schemeClr val="tx2">
                  <a:lumMod val="60000"/>
                  <a:lumOff val="40000"/>
                </a:schemeClr>
              </a:solidFill>
            </a:rPr>
            <a:t>Data Source - </a:t>
          </a:r>
          <a:r>
            <a:rPr lang="en-US" i="1">
              <a:solidFill>
                <a:schemeClr val="tx2">
                  <a:lumMod val="60000"/>
                  <a:lumOff val="40000"/>
                </a:schemeClr>
              </a:solidFill>
            </a:rPr>
            <a:t>Hotel Booking Demand</a:t>
          </a:r>
          <a:r>
            <a:rPr lang="en-US">
              <a:solidFill>
                <a:schemeClr val="tx2">
                  <a:lumMod val="60000"/>
                  <a:lumOff val="40000"/>
                </a:schemeClr>
              </a:solidFill>
            </a:rPr>
            <a:t> data set from </a:t>
          </a:r>
          <a:r>
            <a:rPr lang="en-US">
              <a:solidFill>
                <a:schemeClr val="tx2">
                  <a:lumMod val="60000"/>
                  <a:lumOff val="40000"/>
                </a:schemeClr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Kaggle</a:t>
          </a:r>
          <a:r>
            <a:rPr lang="en-US">
              <a:solidFill>
                <a:schemeClr val="tx2">
                  <a:lumMod val="60000"/>
                  <a:lumOff val="40000"/>
                </a:schemeClr>
              </a:solidFill>
            </a:rPr>
            <a:t> created by </a:t>
          </a:r>
          <a:r>
            <a:rPr lang="en-US" i="1">
              <a:solidFill>
                <a:schemeClr val="tx2">
                  <a:lumMod val="60000"/>
                  <a:lumOff val="40000"/>
                </a:schemeClr>
              </a:solidFill>
            </a:rPr>
            <a:t>Jesse </a:t>
          </a:r>
          <a:r>
            <a:rPr lang="en-US" i="1" err="1">
              <a:solidFill>
                <a:schemeClr val="tx2">
                  <a:lumMod val="60000"/>
                  <a:lumOff val="40000"/>
                </a:schemeClr>
              </a:solidFill>
            </a:rPr>
            <a:t>Mostipak</a:t>
          </a:r>
          <a:endParaRPr lang="en-US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944C5F80-F536-4384-B156-87650D564185}" type="parTrans" cxnId="{87F17995-7B1A-43DF-B046-393996C661BC}">
      <dgm:prSet/>
      <dgm:spPr/>
      <dgm:t>
        <a:bodyPr/>
        <a:lstStyle/>
        <a:p>
          <a:endParaRPr lang="en-US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70D30DF5-6BE5-4594-942C-CF4893597697}" type="sibTrans" cxnId="{87F17995-7B1A-43DF-B046-393996C661BC}">
      <dgm:prSet/>
      <dgm:spPr/>
      <dgm:t>
        <a:bodyPr/>
        <a:lstStyle/>
        <a:p>
          <a:endParaRPr lang="en-US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4E5FB914-E438-43DB-845A-EA57C2E5BCE8}">
      <dgm:prSet/>
      <dgm:spPr/>
      <dgm:t>
        <a:bodyPr/>
        <a:lstStyle/>
        <a:p>
          <a:r>
            <a:rPr lang="en-US" b="1">
              <a:solidFill>
                <a:schemeClr val="tx2">
                  <a:lumMod val="60000"/>
                  <a:lumOff val="40000"/>
                </a:schemeClr>
              </a:solidFill>
            </a:rPr>
            <a:t>Scope – </a:t>
          </a:r>
          <a:r>
            <a:rPr lang="en-US">
              <a:solidFill>
                <a:schemeClr val="tx2">
                  <a:lumMod val="60000"/>
                  <a:lumOff val="40000"/>
                </a:schemeClr>
              </a:solidFill>
            </a:rPr>
            <a:t>119,390 Reservations combining from a city hotel and a resort hotel</a:t>
          </a:r>
        </a:p>
      </dgm:t>
    </dgm:pt>
    <dgm:pt modelId="{E0665969-0878-4609-8945-F929FEE286D7}" type="parTrans" cxnId="{061616C1-2744-4108-A04A-42F76CC19C0F}">
      <dgm:prSet/>
      <dgm:spPr/>
      <dgm:t>
        <a:bodyPr/>
        <a:lstStyle/>
        <a:p>
          <a:endParaRPr lang="en-US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65E49DB6-1769-4C1C-953E-6E74BBFC6EEC}" type="sibTrans" cxnId="{061616C1-2744-4108-A04A-42F76CC19C0F}">
      <dgm:prSet/>
      <dgm:spPr/>
      <dgm:t>
        <a:bodyPr/>
        <a:lstStyle/>
        <a:p>
          <a:endParaRPr lang="en-US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E588C9B9-9D29-42D9-AD52-61726AAF93D4}">
      <dgm:prSet/>
      <dgm:spPr/>
      <dgm:t>
        <a:bodyPr/>
        <a:lstStyle/>
        <a:p>
          <a:r>
            <a:rPr lang="en-US" b="1">
              <a:solidFill>
                <a:schemeClr val="tx2">
                  <a:lumMod val="60000"/>
                  <a:lumOff val="40000"/>
                </a:schemeClr>
              </a:solidFill>
            </a:rPr>
            <a:t>Structure – </a:t>
          </a:r>
          <a:r>
            <a:rPr lang="en-US">
              <a:solidFill>
                <a:schemeClr val="tx2">
                  <a:lumMod val="60000"/>
                  <a:lumOff val="40000"/>
                </a:schemeClr>
              </a:solidFill>
            </a:rPr>
            <a:t>32 Variable describing arrival dates, length of stay, number of adults, children and babies, meal plan, country, market segment, distribution channel, customer type, price and booking history</a:t>
          </a:r>
        </a:p>
      </dgm:t>
    </dgm:pt>
    <dgm:pt modelId="{EC52EF3C-F953-423B-A626-38A5C9F35358}" type="parTrans" cxnId="{BE1C70FD-5C18-47F8-AFFB-A1F0BF997B80}">
      <dgm:prSet/>
      <dgm:spPr/>
      <dgm:t>
        <a:bodyPr/>
        <a:lstStyle/>
        <a:p>
          <a:endParaRPr lang="en-US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2D572E80-67C1-48FD-831D-E4120ED97096}" type="sibTrans" cxnId="{BE1C70FD-5C18-47F8-AFFB-A1F0BF997B80}">
      <dgm:prSet/>
      <dgm:spPr/>
      <dgm:t>
        <a:bodyPr/>
        <a:lstStyle/>
        <a:p>
          <a:endParaRPr lang="en-US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A4A14B6E-6A8D-4438-B9A6-52717CFEEE75}">
      <dgm:prSet/>
      <dgm:spPr/>
      <dgm:t>
        <a:bodyPr/>
        <a:lstStyle/>
        <a:p>
          <a:r>
            <a:rPr lang="en-US" b="1">
              <a:solidFill>
                <a:schemeClr val="tx2">
                  <a:lumMod val="60000"/>
                  <a:lumOff val="40000"/>
                </a:schemeClr>
              </a:solidFill>
            </a:rPr>
            <a:t>Target Variable - </a:t>
          </a:r>
          <a:r>
            <a:rPr lang="en-US" err="1">
              <a:solidFill>
                <a:schemeClr val="tx2">
                  <a:lumMod val="60000"/>
                  <a:lumOff val="40000"/>
                </a:schemeClr>
              </a:solidFill>
            </a:rPr>
            <a:t>is_canceled</a:t>
          </a:r>
          <a:r>
            <a:rPr lang="en-US">
              <a:solidFill>
                <a:schemeClr val="tx2">
                  <a:lumMod val="60000"/>
                  <a:lumOff val="40000"/>
                </a:schemeClr>
              </a:solidFill>
            </a:rPr>
            <a:t> = 0 is Reservation not cancelled, </a:t>
          </a:r>
          <a:r>
            <a:rPr lang="en-US" err="1">
              <a:solidFill>
                <a:schemeClr val="tx2">
                  <a:lumMod val="60000"/>
                  <a:lumOff val="40000"/>
                </a:schemeClr>
              </a:solidFill>
            </a:rPr>
            <a:t>is_canceled</a:t>
          </a:r>
          <a:r>
            <a:rPr lang="en-US">
              <a:solidFill>
                <a:schemeClr val="tx2">
                  <a:lumMod val="60000"/>
                  <a:lumOff val="40000"/>
                </a:schemeClr>
              </a:solidFill>
            </a:rPr>
            <a:t> = 1 is Reservation being cancelled</a:t>
          </a:r>
        </a:p>
      </dgm:t>
    </dgm:pt>
    <dgm:pt modelId="{09936264-362B-47CD-8833-D9B8C12CE4B5}" type="parTrans" cxnId="{D0BE1807-E809-451D-84FA-FFF17E3E6C74}">
      <dgm:prSet/>
      <dgm:spPr/>
      <dgm:t>
        <a:bodyPr/>
        <a:lstStyle/>
        <a:p>
          <a:endParaRPr lang="en-US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8451CA75-4A9B-4CE7-B30F-266325FDCA17}" type="sibTrans" cxnId="{D0BE1807-E809-451D-84FA-FFF17E3E6C74}">
      <dgm:prSet/>
      <dgm:spPr/>
      <dgm:t>
        <a:bodyPr/>
        <a:lstStyle/>
        <a:p>
          <a:endParaRPr lang="en-US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01A800D9-E556-492B-9CFB-94D6F1A4130C}">
      <dgm:prSet/>
      <dgm:spPr/>
      <dgm:t>
        <a:bodyPr/>
        <a:lstStyle/>
        <a:p>
          <a:r>
            <a:rPr lang="en-US" b="1">
              <a:solidFill>
                <a:schemeClr val="tx2">
                  <a:lumMod val="60000"/>
                  <a:lumOff val="40000"/>
                </a:schemeClr>
              </a:solidFill>
            </a:rPr>
            <a:t>Class balance - </a:t>
          </a:r>
          <a:r>
            <a:rPr lang="en-US">
              <a:solidFill>
                <a:schemeClr val="tx2">
                  <a:lumMod val="60000"/>
                  <a:lumOff val="40000"/>
                </a:schemeClr>
              </a:solidFill>
            </a:rPr>
            <a:t>Roughly about one third of all bookings in the data set are cancelled and about two thirds are not cancelled, so the prediction problem has a moderately imbalanced target</a:t>
          </a:r>
        </a:p>
      </dgm:t>
    </dgm:pt>
    <dgm:pt modelId="{D4FC8100-DA0D-4C44-9D4B-7229DC664347}" type="parTrans" cxnId="{E07ED4D8-65CF-4CCF-91B5-F0FA4989D2C8}">
      <dgm:prSet/>
      <dgm:spPr/>
      <dgm:t>
        <a:bodyPr/>
        <a:lstStyle/>
        <a:p>
          <a:endParaRPr lang="en-US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5806E123-6057-4A92-98CB-F3C196BF0D3E}" type="sibTrans" cxnId="{E07ED4D8-65CF-4CCF-91B5-F0FA4989D2C8}">
      <dgm:prSet/>
      <dgm:spPr/>
      <dgm:t>
        <a:bodyPr/>
        <a:lstStyle/>
        <a:p>
          <a:endParaRPr lang="en-US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A667960E-D7ED-4908-B28A-1825F32FF32D}" type="pres">
      <dgm:prSet presAssocID="{AB622569-3613-446D-BDE0-5F88E900EDD3}" presName="vert0" presStyleCnt="0">
        <dgm:presLayoutVars>
          <dgm:dir/>
          <dgm:animOne val="branch"/>
          <dgm:animLvl val="lvl"/>
        </dgm:presLayoutVars>
      </dgm:prSet>
      <dgm:spPr/>
    </dgm:pt>
    <dgm:pt modelId="{8DD9D425-7D0C-467E-BB0A-0810241B30E1}" type="pres">
      <dgm:prSet presAssocID="{EF4AED4F-F3AF-48AF-8921-B20ECAA6DE62}" presName="thickLine" presStyleLbl="alignNode1" presStyleIdx="0" presStyleCnt="5"/>
      <dgm:spPr/>
    </dgm:pt>
    <dgm:pt modelId="{FC379B83-8286-4E7D-A45E-B81F293C2492}" type="pres">
      <dgm:prSet presAssocID="{EF4AED4F-F3AF-48AF-8921-B20ECAA6DE62}" presName="horz1" presStyleCnt="0"/>
      <dgm:spPr/>
    </dgm:pt>
    <dgm:pt modelId="{81CDA56D-5C6F-47D0-BE0A-39C273E5669A}" type="pres">
      <dgm:prSet presAssocID="{EF4AED4F-F3AF-48AF-8921-B20ECAA6DE62}" presName="tx1" presStyleLbl="revTx" presStyleIdx="0" presStyleCnt="5"/>
      <dgm:spPr/>
    </dgm:pt>
    <dgm:pt modelId="{AC48A940-8C05-43B5-A044-15ADA1773FB7}" type="pres">
      <dgm:prSet presAssocID="{EF4AED4F-F3AF-48AF-8921-B20ECAA6DE62}" presName="vert1" presStyleCnt="0"/>
      <dgm:spPr/>
    </dgm:pt>
    <dgm:pt modelId="{F82FF8E0-9CA2-45A8-9D18-12F34CF86DDA}" type="pres">
      <dgm:prSet presAssocID="{4E5FB914-E438-43DB-845A-EA57C2E5BCE8}" presName="thickLine" presStyleLbl="alignNode1" presStyleIdx="1" presStyleCnt="5"/>
      <dgm:spPr/>
    </dgm:pt>
    <dgm:pt modelId="{954546CD-FF0C-4564-80E5-523E8A936196}" type="pres">
      <dgm:prSet presAssocID="{4E5FB914-E438-43DB-845A-EA57C2E5BCE8}" presName="horz1" presStyleCnt="0"/>
      <dgm:spPr/>
    </dgm:pt>
    <dgm:pt modelId="{74BD4ACF-825E-4D79-9804-D299A3309795}" type="pres">
      <dgm:prSet presAssocID="{4E5FB914-E438-43DB-845A-EA57C2E5BCE8}" presName="tx1" presStyleLbl="revTx" presStyleIdx="1" presStyleCnt="5"/>
      <dgm:spPr/>
    </dgm:pt>
    <dgm:pt modelId="{D46D6488-8F46-43D2-BD53-4B7FBFD7CB7F}" type="pres">
      <dgm:prSet presAssocID="{4E5FB914-E438-43DB-845A-EA57C2E5BCE8}" presName="vert1" presStyleCnt="0"/>
      <dgm:spPr/>
    </dgm:pt>
    <dgm:pt modelId="{8AA3EAD2-FDB3-4552-974C-248D810D5D07}" type="pres">
      <dgm:prSet presAssocID="{E588C9B9-9D29-42D9-AD52-61726AAF93D4}" presName="thickLine" presStyleLbl="alignNode1" presStyleIdx="2" presStyleCnt="5"/>
      <dgm:spPr/>
    </dgm:pt>
    <dgm:pt modelId="{B89B3C41-0107-49E6-A753-E0BB473DB5E5}" type="pres">
      <dgm:prSet presAssocID="{E588C9B9-9D29-42D9-AD52-61726AAF93D4}" presName="horz1" presStyleCnt="0"/>
      <dgm:spPr/>
    </dgm:pt>
    <dgm:pt modelId="{C8FCFAF7-45AB-410E-978E-F767F4055CEE}" type="pres">
      <dgm:prSet presAssocID="{E588C9B9-9D29-42D9-AD52-61726AAF93D4}" presName="tx1" presStyleLbl="revTx" presStyleIdx="2" presStyleCnt="5"/>
      <dgm:spPr/>
    </dgm:pt>
    <dgm:pt modelId="{2099C557-DA55-471B-9EE3-22A19AB6B140}" type="pres">
      <dgm:prSet presAssocID="{E588C9B9-9D29-42D9-AD52-61726AAF93D4}" presName="vert1" presStyleCnt="0"/>
      <dgm:spPr/>
    </dgm:pt>
    <dgm:pt modelId="{E8C1D4E9-6AEF-4707-8981-657D5A62A930}" type="pres">
      <dgm:prSet presAssocID="{A4A14B6E-6A8D-4438-B9A6-52717CFEEE75}" presName="thickLine" presStyleLbl="alignNode1" presStyleIdx="3" presStyleCnt="5"/>
      <dgm:spPr/>
    </dgm:pt>
    <dgm:pt modelId="{44CE8526-8357-48B7-98E8-7DA223C82878}" type="pres">
      <dgm:prSet presAssocID="{A4A14B6E-6A8D-4438-B9A6-52717CFEEE75}" presName="horz1" presStyleCnt="0"/>
      <dgm:spPr/>
    </dgm:pt>
    <dgm:pt modelId="{2B419382-D5A3-4BB7-A54B-2B857BC36F23}" type="pres">
      <dgm:prSet presAssocID="{A4A14B6E-6A8D-4438-B9A6-52717CFEEE75}" presName="tx1" presStyleLbl="revTx" presStyleIdx="3" presStyleCnt="5"/>
      <dgm:spPr/>
    </dgm:pt>
    <dgm:pt modelId="{10F6F703-037B-4649-AF7E-86DBA949611C}" type="pres">
      <dgm:prSet presAssocID="{A4A14B6E-6A8D-4438-B9A6-52717CFEEE75}" presName="vert1" presStyleCnt="0"/>
      <dgm:spPr/>
    </dgm:pt>
    <dgm:pt modelId="{A3F95DD4-F901-4AB5-9540-118B55F4CB7B}" type="pres">
      <dgm:prSet presAssocID="{01A800D9-E556-492B-9CFB-94D6F1A4130C}" presName="thickLine" presStyleLbl="alignNode1" presStyleIdx="4" presStyleCnt="5"/>
      <dgm:spPr/>
    </dgm:pt>
    <dgm:pt modelId="{6DA4FE9E-7BAC-4148-B416-49C2A1AD3607}" type="pres">
      <dgm:prSet presAssocID="{01A800D9-E556-492B-9CFB-94D6F1A4130C}" presName="horz1" presStyleCnt="0"/>
      <dgm:spPr/>
    </dgm:pt>
    <dgm:pt modelId="{3F599320-8280-4FA6-99F1-AC54F07F4C18}" type="pres">
      <dgm:prSet presAssocID="{01A800D9-E556-492B-9CFB-94D6F1A4130C}" presName="tx1" presStyleLbl="revTx" presStyleIdx="4" presStyleCnt="5"/>
      <dgm:spPr/>
    </dgm:pt>
    <dgm:pt modelId="{2F2E52A8-2FC8-402E-BEC6-C9AD9830033F}" type="pres">
      <dgm:prSet presAssocID="{01A800D9-E556-492B-9CFB-94D6F1A4130C}" presName="vert1" presStyleCnt="0"/>
      <dgm:spPr/>
    </dgm:pt>
  </dgm:ptLst>
  <dgm:cxnLst>
    <dgm:cxn modelId="{D0BE1807-E809-451D-84FA-FFF17E3E6C74}" srcId="{AB622569-3613-446D-BDE0-5F88E900EDD3}" destId="{A4A14B6E-6A8D-4438-B9A6-52717CFEEE75}" srcOrd="3" destOrd="0" parTransId="{09936264-362B-47CD-8833-D9B8C12CE4B5}" sibTransId="{8451CA75-4A9B-4CE7-B30F-266325FDCA17}"/>
    <dgm:cxn modelId="{63CC1A14-FC0D-48E7-B6E6-8AD777D01B24}" type="presOf" srcId="{A4A14B6E-6A8D-4438-B9A6-52717CFEEE75}" destId="{2B419382-D5A3-4BB7-A54B-2B857BC36F23}" srcOrd="0" destOrd="0" presId="urn:microsoft.com/office/officeart/2008/layout/LinedList"/>
    <dgm:cxn modelId="{0C11E93A-782E-4D12-AB07-1CBA0E0E563D}" type="presOf" srcId="{AB622569-3613-446D-BDE0-5F88E900EDD3}" destId="{A667960E-D7ED-4908-B28A-1825F32FF32D}" srcOrd="0" destOrd="0" presId="urn:microsoft.com/office/officeart/2008/layout/LinedList"/>
    <dgm:cxn modelId="{40853450-2485-4B0F-82F0-3AA7805DDE10}" type="presOf" srcId="{01A800D9-E556-492B-9CFB-94D6F1A4130C}" destId="{3F599320-8280-4FA6-99F1-AC54F07F4C18}" srcOrd="0" destOrd="0" presId="urn:microsoft.com/office/officeart/2008/layout/LinedList"/>
    <dgm:cxn modelId="{F7A2F973-0114-4555-804D-CC6929AA942D}" type="presOf" srcId="{E588C9B9-9D29-42D9-AD52-61726AAF93D4}" destId="{C8FCFAF7-45AB-410E-978E-F767F4055CEE}" srcOrd="0" destOrd="0" presId="urn:microsoft.com/office/officeart/2008/layout/LinedList"/>
    <dgm:cxn modelId="{C7C99287-5198-4752-9771-31D9CDCC61B8}" type="presOf" srcId="{4E5FB914-E438-43DB-845A-EA57C2E5BCE8}" destId="{74BD4ACF-825E-4D79-9804-D299A3309795}" srcOrd="0" destOrd="0" presId="urn:microsoft.com/office/officeart/2008/layout/LinedList"/>
    <dgm:cxn modelId="{87F17995-7B1A-43DF-B046-393996C661BC}" srcId="{AB622569-3613-446D-BDE0-5F88E900EDD3}" destId="{EF4AED4F-F3AF-48AF-8921-B20ECAA6DE62}" srcOrd="0" destOrd="0" parTransId="{944C5F80-F536-4384-B156-87650D564185}" sibTransId="{70D30DF5-6BE5-4594-942C-CF4893597697}"/>
    <dgm:cxn modelId="{061616C1-2744-4108-A04A-42F76CC19C0F}" srcId="{AB622569-3613-446D-BDE0-5F88E900EDD3}" destId="{4E5FB914-E438-43DB-845A-EA57C2E5BCE8}" srcOrd="1" destOrd="0" parTransId="{E0665969-0878-4609-8945-F929FEE286D7}" sibTransId="{65E49DB6-1769-4C1C-953E-6E74BBFC6EEC}"/>
    <dgm:cxn modelId="{E07ED4D8-65CF-4CCF-91B5-F0FA4989D2C8}" srcId="{AB622569-3613-446D-BDE0-5F88E900EDD3}" destId="{01A800D9-E556-492B-9CFB-94D6F1A4130C}" srcOrd="4" destOrd="0" parTransId="{D4FC8100-DA0D-4C44-9D4B-7229DC664347}" sibTransId="{5806E123-6057-4A92-98CB-F3C196BF0D3E}"/>
    <dgm:cxn modelId="{0B05B3E7-F063-48AD-BA4C-2C0E4E44D9F3}" type="presOf" srcId="{EF4AED4F-F3AF-48AF-8921-B20ECAA6DE62}" destId="{81CDA56D-5C6F-47D0-BE0A-39C273E5669A}" srcOrd="0" destOrd="0" presId="urn:microsoft.com/office/officeart/2008/layout/LinedList"/>
    <dgm:cxn modelId="{BE1C70FD-5C18-47F8-AFFB-A1F0BF997B80}" srcId="{AB622569-3613-446D-BDE0-5F88E900EDD3}" destId="{E588C9B9-9D29-42D9-AD52-61726AAF93D4}" srcOrd="2" destOrd="0" parTransId="{EC52EF3C-F953-423B-A626-38A5C9F35358}" sibTransId="{2D572E80-67C1-48FD-831D-E4120ED97096}"/>
    <dgm:cxn modelId="{916192FC-69A3-44A2-A108-AD5C43E0AF05}" type="presParOf" srcId="{A667960E-D7ED-4908-B28A-1825F32FF32D}" destId="{8DD9D425-7D0C-467E-BB0A-0810241B30E1}" srcOrd="0" destOrd="0" presId="urn:microsoft.com/office/officeart/2008/layout/LinedList"/>
    <dgm:cxn modelId="{EE0AC5A5-78AD-4C82-B4E5-0BE34AEB48D8}" type="presParOf" srcId="{A667960E-D7ED-4908-B28A-1825F32FF32D}" destId="{FC379B83-8286-4E7D-A45E-B81F293C2492}" srcOrd="1" destOrd="0" presId="urn:microsoft.com/office/officeart/2008/layout/LinedList"/>
    <dgm:cxn modelId="{7CE0CE97-7178-4989-AAA3-1830C1EC6240}" type="presParOf" srcId="{FC379B83-8286-4E7D-A45E-B81F293C2492}" destId="{81CDA56D-5C6F-47D0-BE0A-39C273E5669A}" srcOrd="0" destOrd="0" presId="urn:microsoft.com/office/officeart/2008/layout/LinedList"/>
    <dgm:cxn modelId="{C9D447E7-BE2A-44DE-AE7F-8FCA26FF2C8B}" type="presParOf" srcId="{FC379B83-8286-4E7D-A45E-B81F293C2492}" destId="{AC48A940-8C05-43B5-A044-15ADA1773FB7}" srcOrd="1" destOrd="0" presId="urn:microsoft.com/office/officeart/2008/layout/LinedList"/>
    <dgm:cxn modelId="{8B49A832-1E94-49D7-99C5-07D593CEA7A4}" type="presParOf" srcId="{A667960E-D7ED-4908-B28A-1825F32FF32D}" destId="{F82FF8E0-9CA2-45A8-9D18-12F34CF86DDA}" srcOrd="2" destOrd="0" presId="urn:microsoft.com/office/officeart/2008/layout/LinedList"/>
    <dgm:cxn modelId="{9A291E3D-A0C9-4E6F-B7BB-67E711A06523}" type="presParOf" srcId="{A667960E-D7ED-4908-B28A-1825F32FF32D}" destId="{954546CD-FF0C-4564-80E5-523E8A936196}" srcOrd="3" destOrd="0" presId="urn:microsoft.com/office/officeart/2008/layout/LinedList"/>
    <dgm:cxn modelId="{7AA7EADE-111D-4B1D-BA7C-965DDF63752C}" type="presParOf" srcId="{954546CD-FF0C-4564-80E5-523E8A936196}" destId="{74BD4ACF-825E-4D79-9804-D299A3309795}" srcOrd="0" destOrd="0" presId="urn:microsoft.com/office/officeart/2008/layout/LinedList"/>
    <dgm:cxn modelId="{EEA038FE-983F-4B23-965F-DFE3DFB9792D}" type="presParOf" srcId="{954546CD-FF0C-4564-80E5-523E8A936196}" destId="{D46D6488-8F46-43D2-BD53-4B7FBFD7CB7F}" srcOrd="1" destOrd="0" presId="urn:microsoft.com/office/officeart/2008/layout/LinedList"/>
    <dgm:cxn modelId="{E2B1D4A2-93DB-4804-BA07-869C528DC731}" type="presParOf" srcId="{A667960E-D7ED-4908-B28A-1825F32FF32D}" destId="{8AA3EAD2-FDB3-4552-974C-248D810D5D07}" srcOrd="4" destOrd="0" presId="urn:microsoft.com/office/officeart/2008/layout/LinedList"/>
    <dgm:cxn modelId="{EBF134B8-1059-476E-9982-2DC529E5FD2B}" type="presParOf" srcId="{A667960E-D7ED-4908-B28A-1825F32FF32D}" destId="{B89B3C41-0107-49E6-A753-E0BB473DB5E5}" srcOrd="5" destOrd="0" presId="urn:microsoft.com/office/officeart/2008/layout/LinedList"/>
    <dgm:cxn modelId="{A3D1A25E-C565-4580-8F34-14CCDF4C0AA0}" type="presParOf" srcId="{B89B3C41-0107-49E6-A753-E0BB473DB5E5}" destId="{C8FCFAF7-45AB-410E-978E-F767F4055CEE}" srcOrd="0" destOrd="0" presId="urn:microsoft.com/office/officeart/2008/layout/LinedList"/>
    <dgm:cxn modelId="{BAF96BC1-4BA4-432B-A335-E2DC92E99EB8}" type="presParOf" srcId="{B89B3C41-0107-49E6-A753-E0BB473DB5E5}" destId="{2099C557-DA55-471B-9EE3-22A19AB6B140}" srcOrd="1" destOrd="0" presId="urn:microsoft.com/office/officeart/2008/layout/LinedList"/>
    <dgm:cxn modelId="{83B514AC-9406-41EF-A69D-7BFBC5BC55AF}" type="presParOf" srcId="{A667960E-D7ED-4908-B28A-1825F32FF32D}" destId="{E8C1D4E9-6AEF-4707-8981-657D5A62A930}" srcOrd="6" destOrd="0" presId="urn:microsoft.com/office/officeart/2008/layout/LinedList"/>
    <dgm:cxn modelId="{EF943FAE-C9E6-4FE9-84AA-3B83429D9E99}" type="presParOf" srcId="{A667960E-D7ED-4908-B28A-1825F32FF32D}" destId="{44CE8526-8357-48B7-98E8-7DA223C82878}" srcOrd="7" destOrd="0" presId="urn:microsoft.com/office/officeart/2008/layout/LinedList"/>
    <dgm:cxn modelId="{888A9BCD-C796-443B-A901-58169150DF88}" type="presParOf" srcId="{44CE8526-8357-48B7-98E8-7DA223C82878}" destId="{2B419382-D5A3-4BB7-A54B-2B857BC36F23}" srcOrd="0" destOrd="0" presId="urn:microsoft.com/office/officeart/2008/layout/LinedList"/>
    <dgm:cxn modelId="{6813BF1D-370D-4D49-BD43-C6549E714019}" type="presParOf" srcId="{44CE8526-8357-48B7-98E8-7DA223C82878}" destId="{10F6F703-037B-4649-AF7E-86DBA949611C}" srcOrd="1" destOrd="0" presId="urn:microsoft.com/office/officeart/2008/layout/LinedList"/>
    <dgm:cxn modelId="{02E1F801-321A-431D-A89F-DD1A8C9928BB}" type="presParOf" srcId="{A667960E-D7ED-4908-B28A-1825F32FF32D}" destId="{A3F95DD4-F901-4AB5-9540-118B55F4CB7B}" srcOrd="8" destOrd="0" presId="urn:microsoft.com/office/officeart/2008/layout/LinedList"/>
    <dgm:cxn modelId="{5C69B82E-FC78-4577-BBFC-6E8F34242B88}" type="presParOf" srcId="{A667960E-D7ED-4908-B28A-1825F32FF32D}" destId="{6DA4FE9E-7BAC-4148-B416-49C2A1AD3607}" srcOrd="9" destOrd="0" presId="urn:microsoft.com/office/officeart/2008/layout/LinedList"/>
    <dgm:cxn modelId="{E2E5BE4A-7796-4255-BE79-918E7A287BE8}" type="presParOf" srcId="{6DA4FE9E-7BAC-4148-B416-49C2A1AD3607}" destId="{3F599320-8280-4FA6-99F1-AC54F07F4C18}" srcOrd="0" destOrd="0" presId="urn:microsoft.com/office/officeart/2008/layout/LinedList"/>
    <dgm:cxn modelId="{F19BEB9B-1BC7-4AE2-9150-B3FD5F2BFB1F}" type="presParOf" srcId="{6DA4FE9E-7BAC-4148-B416-49C2A1AD3607}" destId="{2F2E52A8-2FC8-402E-BEC6-C9AD9830033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B622569-3613-446D-BDE0-5F88E900EDD3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F4AED4F-F3AF-48AF-8921-B20ECAA6DE62}">
      <dgm:prSet custT="1"/>
      <dgm:spPr/>
      <dgm:t>
        <a:bodyPr/>
        <a:lstStyle/>
        <a:p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Removed records with missing target values and any clearly inconsistent bookings after basic checks</a:t>
          </a:r>
        </a:p>
      </dgm:t>
    </dgm:pt>
    <dgm:pt modelId="{944C5F80-F536-4384-B156-87650D564185}" type="parTrans" cxnId="{87F17995-7B1A-43DF-B046-393996C661BC}">
      <dgm:prSet/>
      <dgm:spPr/>
      <dgm:t>
        <a:bodyPr/>
        <a:lstStyle/>
        <a:p>
          <a:endParaRPr lang="en-US" sz="15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70D30DF5-6BE5-4594-942C-CF4893597697}" type="sibTrans" cxnId="{87F17995-7B1A-43DF-B046-393996C661BC}">
      <dgm:prSet/>
      <dgm:spPr/>
      <dgm:t>
        <a:bodyPr/>
        <a:lstStyle/>
        <a:p>
          <a:endParaRPr lang="en-US" sz="15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4E5FB914-E438-43DB-845A-EA57C2E5BCE8}">
      <dgm:prSet custT="1"/>
      <dgm:spPr/>
      <dgm:t>
        <a:bodyPr/>
        <a:lstStyle/>
        <a:p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Dropped variables that are not available at booking time, for example reservation status and reservation status date, to avoid information leakage into the model</a:t>
          </a:r>
        </a:p>
      </dgm:t>
    </dgm:pt>
    <dgm:pt modelId="{E0665969-0878-4609-8945-F929FEE286D7}" type="parTrans" cxnId="{061616C1-2744-4108-A04A-42F76CC19C0F}">
      <dgm:prSet/>
      <dgm:spPr/>
      <dgm:t>
        <a:bodyPr/>
        <a:lstStyle/>
        <a:p>
          <a:endParaRPr lang="en-US" sz="15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65E49DB6-1769-4C1C-953E-6E74BBFC6EEC}" type="sibTrans" cxnId="{061616C1-2744-4108-A04A-42F76CC19C0F}">
      <dgm:prSet/>
      <dgm:spPr/>
      <dgm:t>
        <a:bodyPr/>
        <a:lstStyle/>
        <a:p>
          <a:endParaRPr lang="en-US" sz="15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E588C9B9-9D29-42D9-AD52-61726AAF93D4}">
      <dgm:prSet custT="1"/>
      <dgm:spPr/>
      <dgm:t>
        <a:bodyPr/>
        <a:lstStyle/>
        <a:p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Handled missing values</a:t>
          </a:r>
        </a:p>
        <a:p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 - For numeric fields such as children we replaced missing entries with zero after checking the distributions</a:t>
          </a:r>
        </a:p>
        <a:p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 - For categorical fields such as country, agent and company we created a separate category named Unknown</a:t>
          </a:r>
        </a:p>
      </dgm:t>
    </dgm:pt>
    <dgm:pt modelId="{EC52EF3C-F953-423B-A626-38A5C9F35358}" type="parTrans" cxnId="{BE1C70FD-5C18-47F8-AFFB-A1F0BF997B80}">
      <dgm:prSet/>
      <dgm:spPr/>
      <dgm:t>
        <a:bodyPr/>
        <a:lstStyle/>
        <a:p>
          <a:endParaRPr lang="en-US" sz="15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2D572E80-67C1-48FD-831D-E4120ED97096}" type="sibTrans" cxnId="{BE1C70FD-5C18-47F8-AFFB-A1F0BF997B80}">
      <dgm:prSet/>
      <dgm:spPr/>
      <dgm:t>
        <a:bodyPr/>
        <a:lstStyle/>
        <a:p>
          <a:endParaRPr lang="en-US" sz="15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01A800D9-E556-492B-9CFB-94D6F1A4130C}">
      <dgm:prSet custT="1"/>
      <dgm:spPr/>
      <dgm:t>
        <a:bodyPr/>
        <a:lstStyle/>
        <a:p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Separated features into numeric and categorical groups so that each could be processed appropriately</a:t>
          </a:r>
        </a:p>
      </dgm:t>
    </dgm:pt>
    <dgm:pt modelId="{D4FC8100-DA0D-4C44-9D4B-7229DC664347}" type="parTrans" cxnId="{E07ED4D8-65CF-4CCF-91B5-F0FA4989D2C8}">
      <dgm:prSet/>
      <dgm:spPr/>
      <dgm:t>
        <a:bodyPr/>
        <a:lstStyle/>
        <a:p>
          <a:endParaRPr lang="en-US" sz="15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5806E123-6057-4A92-98CB-F3C196BF0D3E}" type="sibTrans" cxnId="{E07ED4D8-65CF-4CCF-91B5-F0FA4989D2C8}">
      <dgm:prSet/>
      <dgm:spPr/>
      <dgm:t>
        <a:bodyPr/>
        <a:lstStyle/>
        <a:p>
          <a:endParaRPr lang="en-US" sz="15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F1184A1B-D023-4AE1-A15D-75407656AEBF}" type="pres">
      <dgm:prSet presAssocID="{AB622569-3613-446D-BDE0-5F88E900EDD3}" presName="vert0" presStyleCnt="0">
        <dgm:presLayoutVars>
          <dgm:dir/>
          <dgm:animOne val="branch"/>
          <dgm:animLvl val="lvl"/>
        </dgm:presLayoutVars>
      </dgm:prSet>
      <dgm:spPr/>
    </dgm:pt>
    <dgm:pt modelId="{548007A2-03BF-4A15-BB38-E04DBFDDCBD6}" type="pres">
      <dgm:prSet presAssocID="{EF4AED4F-F3AF-48AF-8921-B20ECAA6DE62}" presName="thickLine" presStyleLbl="alignNode1" presStyleIdx="0" presStyleCnt="4"/>
      <dgm:spPr/>
    </dgm:pt>
    <dgm:pt modelId="{2DFC8B56-48BF-4909-9194-186AE842ADE4}" type="pres">
      <dgm:prSet presAssocID="{EF4AED4F-F3AF-48AF-8921-B20ECAA6DE62}" presName="horz1" presStyleCnt="0"/>
      <dgm:spPr/>
    </dgm:pt>
    <dgm:pt modelId="{E3CBE07F-2954-4017-A6F5-09CFEED2E6AD}" type="pres">
      <dgm:prSet presAssocID="{EF4AED4F-F3AF-48AF-8921-B20ECAA6DE62}" presName="tx1" presStyleLbl="revTx" presStyleIdx="0" presStyleCnt="4"/>
      <dgm:spPr/>
    </dgm:pt>
    <dgm:pt modelId="{40EAFE9D-2C90-4F07-842A-AF18FD9441CD}" type="pres">
      <dgm:prSet presAssocID="{EF4AED4F-F3AF-48AF-8921-B20ECAA6DE62}" presName="vert1" presStyleCnt="0"/>
      <dgm:spPr/>
    </dgm:pt>
    <dgm:pt modelId="{C54EE4D3-6F82-46CC-BAEF-2127084FCD7E}" type="pres">
      <dgm:prSet presAssocID="{4E5FB914-E438-43DB-845A-EA57C2E5BCE8}" presName="thickLine" presStyleLbl="alignNode1" presStyleIdx="1" presStyleCnt="4"/>
      <dgm:spPr/>
    </dgm:pt>
    <dgm:pt modelId="{4EEDE585-0E1A-4294-ABB1-81CB66F8F729}" type="pres">
      <dgm:prSet presAssocID="{4E5FB914-E438-43DB-845A-EA57C2E5BCE8}" presName="horz1" presStyleCnt="0"/>
      <dgm:spPr/>
    </dgm:pt>
    <dgm:pt modelId="{BB7E320C-671C-4D3B-9511-7608F8BEBF48}" type="pres">
      <dgm:prSet presAssocID="{4E5FB914-E438-43DB-845A-EA57C2E5BCE8}" presName="tx1" presStyleLbl="revTx" presStyleIdx="1" presStyleCnt="4"/>
      <dgm:spPr/>
    </dgm:pt>
    <dgm:pt modelId="{B21DCFD8-1B9D-4076-81E9-22E7BF9158D7}" type="pres">
      <dgm:prSet presAssocID="{4E5FB914-E438-43DB-845A-EA57C2E5BCE8}" presName="vert1" presStyleCnt="0"/>
      <dgm:spPr/>
    </dgm:pt>
    <dgm:pt modelId="{94AF2A37-6C4A-476B-9582-068EF6B9CA76}" type="pres">
      <dgm:prSet presAssocID="{E588C9B9-9D29-42D9-AD52-61726AAF93D4}" presName="thickLine" presStyleLbl="alignNode1" presStyleIdx="2" presStyleCnt="4"/>
      <dgm:spPr/>
    </dgm:pt>
    <dgm:pt modelId="{518BF1F0-CBB9-419B-8957-0A74B6F40767}" type="pres">
      <dgm:prSet presAssocID="{E588C9B9-9D29-42D9-AD52-61726AAF93D4}" presName="horz1" presStyleCnt="0"/>
      <dgm:spPr/>
    </dgm:pt>
    <dgm:pt modelId="{48186974-320A-49AD-ABF4-957281034717}" type="pres">
      <dgm:prSet presAssocID="{E588C9B9-9D29-42D9-AD52-61726AAF93D4}" presName="tx1" presStyleLbl="revTx" presStyleIdx="2" presStyleCnt="4"/>
      <dgm:spPr/>
    </dgm:pt>
    <dgm:pt modelId="{AC4960D8-6274-4FB3-9DDD-2FDB454AE580}" type="pres">
      <dgm:prSet presAssocID="{E588C9B9-9D29-42D9-AD52-61726AAF93D4}" presName="vert1" presStyleCnt="0"/>
      <dgm:spPr/>
    </dgm:pt>
    <dgm:pt modelId="{B9FD9A7D-4C8A-47E7-8724-AE46A7A41DE1}" type="pres">
      <dgm:prSet presAssocID="{01A800D9-E556-492B-9CFB-94D6F1A4130C}" presName="thickLine" presStyleLbl="alignNode1" presStyleIdx="3" presStyleCnt="4"/>
      <dgm:spPr/>
    </dgm:pt>
    <dgm:pt modelId="{87C715E1-6B0D-4BF1-B4E0-1FE000A037CA}" type="pres">
      <dgm:prSet presAssocID="{01A800D9-E556-492B-9CFB-94D6F1A4130C}" presName="horz1" presStyleCnt="0"/>
      <dgm:spPr/>
    </dgm:pt>
    <dgm:pt modelId="{41EF9ACA-6E4C-4156-8FAF-3DB8026479A8}" type="pres">
      <dgm:prSet presAssocID="{01A800D9-E556-492B-9CFB-94D6F1A4130C}" presName="tx1" presStyleLbl="revTx" presStyleIdx="3" presStyleCnt="4"/>
      <dgm:spPr/>
    </dgm:pt>
    <dgm:pt modelId="{236C3097-CD0D-4395-B718-645AED97CA0E}" type="pres">
      <dgm:prSet presAssocID="{01A800D9-E556-492B-9CFB-94D6F1A4130C}" presName="vert1" presStyleCnt="0"/>
      <dgm:spPr/>
    </dgm:pt>
  </dgm:ptLst>
  <dgm:cxnLst>
    <dgm:cxn modelId="{8F954351-8E0C-4D14-8F46-74EB2BB37517}" type="presOf" srcId="{4E5FB914-E438-43DB-845A-EA57C2E5BCE8}" destId="{BB7E320C-671C-4D3B-9511-7608F8BEBF48}" srcOrd="0" destOrd="0" presId="urn:microsoft.com/office/officeart/2008/layout/LinedList"/>
    <dgm:cxn modelId="{797A888B-7AD3-4AA8-9584-0702DCA51FCA}" type="presOf" srcId="{01A800D9-E556-492B-9CFB-94D6F1A4130C}" destId="{41EF9ACA-6E4C-4156-8FAF-3DB8026479A8}" srcOrd="0" destOrd="0" presId="urn:microsoft.com/office/officeart/2008/layout/LinedList"/>
    <dgm:cxn modelId="{87F17995-7B1A-43DF-B046-393996C661BC}" srcId="{AB622569-3613-446D-BDE0-5F88E900EDD3}" destId="{EF4AED4F-F3AF-48AF-8921-B20ECAA6DE62}" srcOrd="0" destOrd="0" parTransId="{944C5F80-F536-4384-B156-87650D564185}" sibTransId="{70D30DF5-6BE5-4594-942C-CF4893597697}"/>
    <dgm:cxn modelId="{0852A99C-D644-4709-84CE-98D15BE25C73}" type="presOf" srcId="{EF4AED4F-F3AF-48AF-8921-B20ECAA6DE62}" destId="{E3CBE07F-2954-4017-A6F5-09CFEED2E6AD}" srcOrd="0" destOrd="0" presId="urn:microsoft.com/office/officeart/2008/layout/LinedList"/>
    <dgm:cxn modelId="{2859CDBC-902F-4977-B85B-33C87DA99EBD}" type="presOf" srcId="{AB622569-3613-446D-BDE0-5F88E900EDD3}" destId="{F1184A1B-D023-4AE1-A15D-75407656AEBF}" srcOrd="0" destOrd="0" presId="urn:microsoft.com/office/officeart/2008/layout/LinedList"/>
    <dgm:cxn modelId="{061616C1-2744-4108-A04A-42F76CC19C0F}" srcId="{AB622569-3613-446D-BDE0-5F88E900EDD3}" destId="{4E5FB914-E438-43DB-845A-EA57C2E5BCE8}" srcOrd="1" destOrd="0" parTransId="{E0665969-0878-4609-8945-F929FEE286D7}" sibTransId="{65E49DB6-1769-4C1C-953E-6E74BBFC6EEC}"/>
    <dgm:cxn modelId="{E07ED4D8-65CF-4CCF-91B5-F0FA4989D2C8}" srcId="{AB622569-3613-446D-BDE0-5F88E900EDD3}" destId="{01A800D9-E556-492B-9CFB-94D6F1A4130C}" srcOrd="3" destOrd="0" parTransId="{D4FC8100-DA0D-4C44-9D4B-7229DC664347}" sibTransId="{5806E123-6057-4A92-98CB-F3C196BF0D3E}"/>
    <dgm:cxn modelId="{2DEEAFF8-FC11-469E-A421-4E10F0B6D76E}" type="presOf" srcId="{E588C9B9-9D29-42D9-AD52-61726AAF93D4}" destId="{48186974-320A-49AD-ABF4-957281034717}" srcOrd="0" destOrd="0" presId="urn:microsoft.com/office/officeart/2008/layout/LinedList"/>
    <dgm:cxn modelId="{BE1C70FD-5C18-47F8-AFFB-A1F0BF997B80}" srcId="{AB622569-3613-446D-BDE0-5F88E900EDD3}" destId="{E588C9B9-9D29-42D9-AD52-61726AAF93D4}" srcOrd="2" destOrd="0" parTransId="{EC52EF3C-F953-423B-A626-38A5C9F35358}" sibTransId="{2D572E80-67C1-48FD-831D-E4120ED97096}"/>
    <dgm:cxn modelId="{BECDF491-7D1A-423A-96EB-C88FB3159FE3}" type="presParOf" srcId="{F1184A1B-D023-4AE1-A15D-75407656AEBF}" destId="{548007A2-03BF-4A15-BB38-E04DBFDDCBD6}" srcOrd="0" destOrd="0" presId="urn:microsoft.com/office/officeart/2008/layout/LinedList"/>
    <dgm:cxn modelId="{76A5F0D7-129C-4821-B526-8729524C43C8}" type="presParOf" srcId="{F1184A1B-D023-4AE1-A15D-75407656AEBF}" destId="{2DFC8B56-48BF-4909-9194-186AE842ADE4}" srcOrd="1" destOrd="0" presId="urn:microsoft.com/office/officeart/2008/layout/LinedList"/>
    <dgm:cxn modelId="{4B6EEDFE-CFB6-469F-9150-782F179B7771}" type="presParOf" srcId="{2DFC8B56-48BF-4909-9194-186AE842ADE4}" destId="{E3CBE07F-2954-4017-A6F5-09CFEED2E6AD}" srcOrd="0" destOrd="0" presId="urn:microsoft.com/office/officeart/2008/layout/LinedList"/>
    <dgm:cxn modelId="{F26F1D27-BC35-4CEC-9DAB-CCE345EE793A}" type="presParOf" srcId="{2DFC8B56-48BF-4909-9194-186AE842ADE4}" destId="{40EAFE9D-2C90-4F07-842A-AF18FD9441CD}" srcOrd="1" destOrd="0" presId="urn:microsoft.com/office/officeart/2008/layout/LinedList"/>
    <dgm:cxn modelId="{8BEA35F3-BC0C-4D27-9538-F4D3D5CE46D6}" type="presParOf" srcId="{F1184A1B-D023-4AE1-A15D-75407656AEBF}" destId="{C54EE4D3-6F82-46CC-BAEF-2127084FCD7E}" srcOrd="2" destOrd="0" presId="urn:microsoft.com/office/officeart/2008/layout/LinedList"/>
    <dgm:cxn modelId="{8A320D01-7818-4A30-B013-0A276776A5A5}" type="presParOf" srcId="{F1184A1B-D023-4AE1-A15D-75407656AEBF}" destId="{4EEDE585-0E1A-4294-ABB1-81CB66F8F729}" srcOrd="3" destOrd="0" presId="urn:microsoft.com/office/officeart/2008/layout/LinedList"/>
    <dgm:cxn modelId="{6E6FC952-0CA7-43AE-BF34-4E2A3055CD0E}" type="presParOf" srcId="{4EEDE585-0E1A-4294-ABB1-81CB66F8F729}" destId="{BB7E320C-671C-4D3B-9511-7608F8BEBF48}" srcOrd="0" destOrd="0" presId="urn:microsoft.com/office/officeart/2008/layout/LinedList"/>
    <dgm:cxn modelId="{3DAA7DE1-C22B-4A23-A6A9-279279A2B0A6}" type="presParOf" srcId="{4EEDE585-0E1A-4294-ABB1-81CB66F8F729}" destId="{B21DCFD8-1B9D-4076-81E9-22E7BF9158D7}" srcOrd="1" destOrd="0" presId="urn:microsoft.com/office/officeart/2008/layout/LinedList"/>
    <dgm:cxn modelId="{8E999D31-CFCA-495E-9AF7-DF9315198DDD}" type="presParOf" srcId="{F1184A1B-D023-4AE1-A15D-75407656AEBF}" destId="{94AF2A37-6C4A-476B-9582-068EF6B9CA76}" srcOrd="4" destOrd="0" presId="urn:microsoft.com/office/officeart/2008/layout/LinedList"/>
    <dgm:cxn modelId="{EEC71B84-1AD5-4687-8486-31DB3B4D042E}" type="presParOf" srcId="{F1184A1B-D023-4AE1-A15D-75407656AEBF}" destId="{518BF1F0-CBB9-419B-8957-0A74B6F40767}" srcOrd="5" destOrd="0" presId="urn:microsoft.com/office/officeart/2008/layout/LinedList"/>
    <dgm:cxn modelId="{DA5EA927-DDB0-4DAC-8195-43AAD47975B7}" type="presParOf" srcId="{518BF1F0-CBB9-419B-8957-0A74B6F40767}" destId="{48186974-320A-49AD-ABF4-957281034717}" srcOrd="0" destOrd="0" presId="urn:microsoft.com/office/officeart/2008/layout/LinedList"/>
    <dgm:cxn modelId="{F44DC07C-A539-491F-910C-80F18FCE9DB6}" type="presParOf" srcId="{518BF1F0-CBB9-419B-8957-0A74B6F40767}" destId="{AC4960D8-6274-4FB3-9DDD-2FDB454AE580}" srcOrd="1" destOrd="0" presId="urn:microsoft.com/office/officeart/2008/layout/LinedList"/>
    <dgm:cxn modelId="{9CD96C79-47BC-473D-928A-4A03EB9E80E4}" type="presParOf" srcId="{F1184A1B-D023-4AE1-A15D-75407656AEBF}" destId="{B9FD9A7D-4C8A-47E7-8724-AE46A7A41DE1}" srcOrd="6" destOrd="0" presId="urn:microsoft.com/office/officeart/2008/layout/LinedList"/>
    <dgm:cxn modelId="{E1A16FEA-5C72-408F-8C2D-9615834EE9C8}" type="presParOf" srcId="{F1184A1B-D023-4AE1-A15D-75407656AEBF}" destId="{87C715E1-6B0D-4BF1-B4E0-1FE000A037CA}" srcOrd="7" destOrd="0" presId="urn:microsoft.com/office/officeart/2008/layout/LinedList"/>
    <dgm:cxn modelId="{715653F9-5C9B-4170-827E-F142B7AAC061}" type="presParOf" srcId="{87C715E1-6B0D-4BF1-B4E0-1FE000A037CA}" destId="{41EF9ACA-6E4C-4156-8FAF-3DB8026479A8}" srcOrd="0" destOrd="0" presId="urn:microsoft.com/office/officeart/2008/layout/LinedList"/>
    <dgm:cxn modelId="{3AC0D866-9ECB-4341-B835-863E437DD81D}" type="presParOf" srcId="{87C715E1-6B0D-4BF1-B4E0-1FE000A037CA}" destId="{236C3097-CD0D-4395-B718-645AED97CA0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B622569-3613-446D-BDE0-5F88E900EDD3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F4AED4F-F3AF-48AF-8921-B20ECAA6DE62}">
      <dgm:prSet custT="1"/>
      <dgm:spPr/>
      <dgm:t>
        <a:bodyPr/>
        <a:lstStyle/>
        <a:p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Used a column transformer</a:t>
          </a:r>
        </a:p>
        <a:p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 - Numeric features were scaled using a standard scaler</a:t>
          </a:r>
        </a:p>
        <a:p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 - Categorical features were converted into dummy variables using one hot encoding</a:t>
          </a:r>
        </a:p>
      </dgm:t>
    </dgm:pt>
    <dgm:pt modelId="{944C5F80-F536-4384-B156-87650D564185}" type="parTrans" cxnId="{87F17995-7B1A-43DF-B046-393996C661BC}">
      <dgm:prSet/>
      <dgm:spPr/>
      <dgm:t>
        <a:bodyPr/>
        <a:lstStyle/>
        <a:p>
          <a:endParaRPr lang="en-US" sz="15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70D30DF5-6BE5-4594-942C-CF4893597697}" type="sibTrans" cxnId="{87F17995-7B1A-43DF-B046-393996C661BC}">
      <dgm:prSet/>
      <dgm:spPr/>
      <dgm:t>
        <a:bodyPr/>
        <a:lstStyle/>
        <a:p>
          <a:endParaRPr lang="en-US" sz="15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4E5FB914-E438-43DB-845A-EA57C2E5BCE8}">
      <dgm:prSet custT="1"/>
      <dgm:spPr/>
      <dgm:t>
        <a:bodyPr/>
        <a:lstStyle/>
        <a:p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Performed a train test split so that model training happens only on the training set and the test set is kept aside for final evaluation</a:t>
          </a:r>
        </a:p>
      </dgm:t>
    </dgm:pt>
    <dgm:pt modelId="{E0665969-0878-4609-8945-F929FEE286D7}" type="parTrans" cxnId="{061616C1-2744-4108-A04A-42F76CC19C0F}">
      <dgm:prSet/>
      <dgm:spPr/>
      <dgm:t>
        <a:bodyPr/>
        <a:lstStyle/>
        <a:p>
          <a:endParaRPr lang="en-US" sz="15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65E49DB6-1769-4C1C-953E-6E74BBFC6EEC}" type="sibTrans" cxnId="{061616C1-2744-4108-A04A-42F76CC19C0F}">
      <dgm:prSet/>
      <dgm:spPr/>
      <dgm:t>
        <a:bodyPr/>
        <a:lstStyle/>
        <a:p>
          <a:endParaRPr lang="en-US" sz="15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E588C9B9-9D29-42D9-AD52-61726AAF93D4}">
      <dgm:prSet custT="1"/>
      <dgm:spPr/>
      <dgm:t>
        <a:bodyPr/>
        <a:lstStyle/>
        <a:p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Applied </a:t>
          </a:r>
          <a:r>
            <a:rPr lang="en-US" sz="1500" i="1">
              <a:solidFill>
                <a:schemeClr val="tx2">
                  <a:lumMod val="60000"/>
                  <a:lumOff val="40000"/>
                </a:schemeClr>
              </a:solidFill>
            </a:rPr>
            <a:t>SMOTE</a:t>
          </a:r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 only on the training set to balance the classes by creating synthetic examples for the cancelled bookings while leaving the original test set unchanged</a:t>
          </a:r>
        </a:p>
      </dgm:t>
    </dgm:pt>
    <dgm:pt modelId="{EC52EF3C-F953-423B-A626-38A5C9F35358}" type="parTrans" cxnId="{BE1C70FD-5C18-47F8-AFFB-A1F0BF997B80}">
      <dgm:prSet/>
      <dgm:spPr/>
      <dgm:t>
        <a:bodyPr/>
        <a:lstStyle/>
        <a:p>
          <a:endParaRPr lang="en-US" sz="15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2D572E80-67C1-48FD-831D-E4120ED97096}" type="sibTrans" cxnId="{BE1C70FD-5C18-47F8-AFFB-A1F0BF997B80}">
      <dgm:prSet/>
      <dgm:spPr/>
      <dgm:t>
        <a:bodyPr/>
        <a:lstStyle/>
        <a:p>
          <a:endParaRPr lang="en-US" sz="15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F941564C-032D-4189-A028-23497EF1A7F2}" type="pres">
      <dgm:prSet presAssocID="{AB622569-3613-446D-BDE0-5F88E900EDD3}" presName="vert0" presStyleCnt="0">
        <dgm:presLayoutVars>
          <dgm:dir/>
          <dgm:animOne val="branch"/>
          <dgm:animLvl val="lvl"/>
        </dgm:presLayoutVars>
      </dgm:prSet>
      <dgm:spPr/>
    </dgm:pt>
    <dgm:pt modelId="{AA757657-2497-4B21-A54A-5957F8DC2D3D}" type="pres">
      <dgm:prSet presAssocID="{EF4AED4F-F3AF-48AF-8921-B20ECAA6DE62}" presName="thickLine" presStyleLbl="alignNode1" presStyleIdx="0" presStyleCnt="3"/>
      <dgm:spPr/>
    </dgm:pt>
    <dgm:pt modelId="{449798E0-91ED-4BEA-B489-0ADDFD3325B6}" type="pres">
      <dgm:prSet presAssocID="{EF4AED4F-F3AF-48AF-8921-B20ECAA6DE62}" presName="horz1" presStyleCnt="0"/>
      <dgm:spPr/>
    </dgm:pt>
    <dgm:pt modelId="{EDA48515-740B-4A9C-A182-5EA54180501B}" type="pres">
      <dgm:prSet presAssocID="{EF4AED4F-F3AF-48AF-8921-B20ECAA6DE62}" presName="tx1" presStyleLbl="revTx" presStyleIdx="0" presStyleCnt="3"/>
      <dgm:spPr/>
    </dgm:pt>
    <dgm:pt modelId="{3DBFA739-4A29-4BB3-8B85-85243A46BFF1}" type="pres">
      <dgm:prSet presAssocID="{EF4AED4F-F3AF-48AF-8921-B20ECAA6DE62}" presName="vert1" presStyleCnt="0"/>
      <dgm:spPr/>
    </dgm:pt>
    <dgm:pt modelId="{1429B404-570D-420E-ADC9-FC2BA4C69B6D}" type="pres">
      <dgm:prSet presAssocID="{4E5FB914-E438-43DB-845A-EA57C2E5BCE8}" presName="thickLine" presStyleLbl="alignNode1" presStyleIdx="1" presStyleCnt="3"/>
      <dgm:spPr/>
    </dgm:pt>
    <dgm:pt modelId="{00B73385-7BF1-4EBF-A5A7-5B178317A5C4}" type="pres">
      <dgm:prSet presAssocID="{4E5FB914-E438-43DB-845A-EA57C2E5BCE8}" presName="horz1" presStyleCnt="0"/>
      <dgm:spPr/>
    </dgm:pt>
    <dgm:pt modelId="{ECED6795-F372-44BE-AA2F-ED66AD4E2AF1}" type="pres">
      <dgm:prSet presAssocID="{4E5FB914-E438-43DB-845A-EA57C2E5BCE8}" presName="tx1" presStyleLbl="revTx" presStyleIdx="1" presStyleCnt="3"/>
      <dgm:spPr/>
    </dgm:pt>
    <dgm:pt modelId="{A62A07A6-4368-4042-AE02-4EF90F69F1F3}" type="pres">
      <dgm:prSet presAssocID="{4E5FB914-E438-43DB-845A-EA57C2E5BCE8}" presName="vert1" presStyleCnt="0"/>
      <dgm:spPr/>
    </dgm:pt>
    <dgm:pt modelId="{7156FF45-594C-449A-8B5D-1F3A2F813AB5}" type="pres">
      <dgm:prSet presAssocID="{E588C9B9-9D29-42D9-AD52-61726AAF93D4}" presName="thickLine" presStyleLbl="alignNode1" presStyleIdx="2" presStyleCnt="3"/>
      <dgm:spPr/>
    </dgm:pt>
    <dgm:pt modelId="{2FC09C06-2CFA-4998-A6CB-F541902FBA51}" type="pres">
      <dgm:prSet presAssocID="{E588C9B9-9D29-42D9-AD52-61726AAF93D4}" presName="horz1" presStyleCnt="0"/>
      <dgm:spPr/>
    </dgm:pt>
    <dgm:pt modelId="{8363364C-FB0F-46A3-8D9F-C7CE937010E0}" type="pres">
      <dgm:prSet presAssocID="{E588C9B9-9D29-42D9-AD52-61726AAF93D4}" presName="tx1" presStyleLbl="revTx" presStyleIdx="2" presStyleCnt="3"/>
      <dgm:spPr/>
    </dgm:pt>
    <dgm:pt modelId="{C3AF308C-798A-4FD6-84A4-34F29656B513}" type="pres">
      <dgm:prSet presAssocID="{E588C9B9-9D29-42D9-AD52-61726AAF93D4}" presName="vert1" presStyleCnt="0"/>
      <dgm:spPr/>
    </dgm:pt>
  </dgm:ptLst>
  <dgm:cxnLst>
    <dgm:cxn modelId="{1D065735-BF7E-45E5-B0DF-7D25F7705EE7}" type="presOf" srcId="{EF4AED4F-F3AF-48AF-8921-B20ECAA6DE62}" destId="{EDA48515-740B-4A9C-A182-5EA54180501B}" srcOrd="0" destOrd="0" presId="urn:microsoft.com/office/officeart/2008/layout/LinedList"/>
    <dgm:cxn modelId="{C3B9443A-620F-4E6E-ADE3-60A1EDD09EE0}" type="presOf" srcId="{4E5FB914-E438-43DB-845A-EA57C2E5BCE8}" destId="{ECED6795-F372-44BE-AA2F-ED66AD4E2AF1}" srcOrd="0" destOrd="0" presId="urn:microsoft.com/office/officeart/2008/layout/LinedList"/>
    <dgm:cxn modelId="{D5171249-7A2F-4C5D-80A9-A8FF9CDA9DCE}" type="presOf" srcId="{E588C9B9-9D29-42D9-AD52-61726AAF93D4}" destId="{8363364C-FB0F-46A3-8D9F-C7CE937010E0}" srcOrd="0" destOrd="0" presId="urn:microsoft.com/office/officeart/2008/layout/LinedList"/>
    <dgm:cxn modelId="{2800174E-CFE2-4BEE-AF2C-3EC753F7B550}" type="presOf" srcId="{AB622569-3613-446D-BDE0-5F88E900EDD3}" destId="{F941564C-032D-4189-A028-23497EF1A7F2}" srcOrd="0" destOrd="0" presId="urn:microsoft.com/office/officeart/2008/layout/LinedList"/>
    <dgm:cxn modelId="{87F17995-7B1A-43DF-B046-393996C661BC}" srcId="{AB622569-3613-446D-BDE0-5F88E900EDD3}" destId="{EF4AED4F-F3AF-48AF-8921-B20ECAA6DE62}" srcOrd="0" destOrd="0" parTransId="{944C5F80-F536-4384-B156-87650D564185}" sibTransId="{70D30DF5-6BE5-4594-942C-CF4893597697}"/>
    <dgm:cxn modelId="{061616C1-2744-4108-A04A-42F76CC19C0F}" srcId="{AB622569-3613-446D-BDE0-5F88E900EDD3}" destId="{4E5FB914-E438-43DB-845A-EA57C2E5BCE8}" srcOrd="1" destOrd="0" parTransId="{E0665969-0878-4609-8945-F929FEE286D7}" sibTransId="{65E49DB6-1769-4C1C-953E-6E74BBFC6EEC}"/>
    <dgm:cxn modelId="{BE1C70FD-5C18-47F8-AFFB-A1F0BF997B80}" srcId="{AB622569-3613-446D-BDE0-5F88E900EDD3}" destId="{E588C9B9-9D29-42D9-AD52-61726AAF93D4}" srcOrd="2" destOrd="0" parTransId="{EC52EF3C-F953-423B-A626-38A5C9F35358}" sibTransId="{2D572E80-67C1-48FD-831D-E4120ED97096}"/>
    <dgm:cxn modelId="{B26DEC21-608D-497B-A9B2-D9C7EE802D6E}" type="presParOf" srcId="{F941564C-032D-4189-A028-23497EF1A7F2}" destId="{AA757657-2497-4B21-A54A-5957F8DC2D3D}" srcOrd="0" destOrd="0" presId="urn:microsoft.com/office/officeart/2008/layout/LinedList"/>
    <dgm:cxn modelId="{B3B6990E-56C1-4577-A444-3877842A4092}" type="presParOf" srcId="{F941564C-032D-4189-A028-23497EF1A7F2}" destId="{449798E0-91ED-4BEA-B489-0ADDFD3325B6}" srcOrd="1" destOrd="0" presId="urn:microsoft.com/office/officeart/2008/layout/LinedList"/>
    <dgm:cxn modelId="{E3F42AE8-A868-481F-B1D7-ED520450AC23}" type="presParOf" srcId="{449798E0-91ED-4BEA-B489-0ADDFD3325B6}" destId="{EDA48515-740B-4A9C-A182-5EA54180501B}" srcOrd="0" destOrd="0" presId="urn:microsoft.com/office/officeart/2008/layout/LinedList"/>
    <dgm:cxn modelId="{A00A76F7-A424-48BB-9C00-2B94AFE3BE55}" type="presParOf" srcId="{449798E0-91ED-4BEA-B489-0ADDFD3325B6}" destId="{3DBFA739-4A29-4BB3-8B85-85243A46BFF1}" srcOrd="1" destOrd="0" presId="urn:microsoft.com/office/officeart/2008/layout/LinedList"/>
    <dgm:cxn modelId="{65A09B87-D6C6-4601-ABB5-2362E0F86FFE}" type="presParOf" srcId="{F941564C-032D-4189-A028-23497EF1A7F2}" destId="{1429B404-570D-420E-ADC9-FC2BA4C69B6D}" srcOrd="2" destOrd="0" presId="urn:microsoft.com/office/officeart/2008/layout/LinedList"/>
    <dgm:cxn modelId="{30B32D17-1FEC-46C9-802B-2111598F2C60}" type="presParOf" srcId="{F941564C-032D-4189-A028-23497EF1A7F2}" destId="{00B73385-7BF1-4EBF-A5A7-5B178317A5C4}" srcOrd="3" destOrd="0" presId="urn:microsoft.com/office/officeart/2008/layout/LinedList"/>
    <dgm:cxn modelId="{3BC51834-E66F-4A39-A5EF-E1A04B54442D}" type="presParOf" srcId="{00B73385-7BF1-4EBF-A5A7-5B178317A5C4}" destId="{ECED6795-F372-44BE-AA2F-ED66AD4E2AF1}" srcOrd="0" destOrd="0" presId="urn:microsoft.com/office/officeart/2008/layout/LinedList"/>
    <dgm:cxn modelId="{1C611469-B96D-417E-9985-3D82DC9EADA2}" type="presParOf" srcId="{00B73385-7BF1-4EBF-A5A7-5B178317A5C4}" destId="{A62A07A6-4368-4042-AE02-4EF90F69F1F3}" srcOrd="1" destOrd="0" presId="urn:microsoft.com/office/officeart/2008/layout/LinedList"/>
    <dgm:cxn modelId="{89A11D51-5F6E-4334-9812-D630FFE5C935}" type="presParOf" srcId="{F941564C-032D-4189-A028-23497EF1A7F2}" destId="{7156FF45-594C-449A-8B5D-1F3A2F813AB5}" srcOrd="4" destOrd="0" presId="urn:microsoft.com/office/officeart/2008/layout/LinedList"/>
    <dgm:cxn modelId="{5F95C6CA-30D8-439D-BA57-18B7418487E2}" type="presParOf" srcId="{F941564C-032D-4189-A028-23497EF1A7F2}" destId="{2FC09C06-2CFA-4998-A6CB-F541902FBA51}" srcOrd="5" destOrd="0" presId="urn:microsoft.com/office/officeart/2008/layout/LinedList"/>
    <dgm:cxn modelId="{32650814-61B4-4A81-B8BB-A28799238A23}" type="presParOf" srcId="{2FC09C06-2CFA-4998-A6CB-F541902FBA51}" destId="{8363364C-FB0F-46A3-8D9F-C7CE937010E0}" srcOrd="0" destOrd="0" presId="urn:microsoft.com/office/officeart/2008/layout/LinedList"/>
    <dgm:cxn modelId="{06CF277F-A4C5-414D-AC71-264C0C4B332F}" type="presParOf" srcId="{2FC09C06-2CFA-4998-A6CB-F541902FBA51}" destId="{C3AF308C-798A-4FD6-84A4-34F29656B51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B622569-3613-446D-BDE0-5F88E900EDD3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F4AED4F-F3AF-48AF-8921-B20ECAA6DE62}">
      <dgm:prSet custT="1"/>
      <dgm:spPr/>
      <dgm:t>
        <a:bodyPr/>
        <a:lstStyle/>
        <a:p>
          <a:r>
            <a:rPr lang="en-US" sz="1500" b="1" dirty="0">
              <a:solidFill>
                <a:schemeClr val="tx2">
                  <a:lumMod val="60000"/>
                  <a:lumOff val="40000"/>
                </a:schemeClr>
              </a:solidFill>
            </a:rPr>
            <a:t>Goal of modelling stage</a:t>
          </a:r>
        </a:p>
        <a:p>
          <a:r>
            <a:rPr lang="en-US" sz="1500" dirty="0">
              <a:solidFill>
                <a:schemeClr val="tx2">
                  <a:lumMod val="60000"/>
                  <a:lumOff val="40000"/>
                </a:schemeClr>
              </a:solidFill>
            </a:rPr>
            <a:t>Learn a function that takes booking features as input and outputs the probability that the booking will be cancelled</a:t>
          </a:r>
        </a:p>
      </dgm:t>
    </dgm:pt>
    <dgm:pt modelId="{944C5F80-F536-4384-B156-87650D564185}" type="parTrans" cxnId="{87F17995-7B1A-43DF-B046-393996C661BC}">
      <dgm:prSet/>
      <dgm:spPr/>
      <dgm:t>
        <a:bodyPr/>
        <a:lstStyle/>
        <a:p>
          <a:endParaRPr lang="en-US" sz="15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70D30DF5-6BE5-4594-942C-CF4893597697}" type="sibTrans" cxnId="{87F17995-7B1A-43DF-B046-393996C661BC}">
      <dgm:prSet/>
      <dgm:spPr/>
      <dgm:t>
        <a:bodyPr/>
        <a:lstStyle/>
        <a:p>
          <a:endParaRPr lang="en-US" sz="15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4E5FB914-E438-43DB-845A-EA57C2E5BCE8}">
      <dgm:prSet custT="1"/>
      <dgm:spPr/>
      <dgm:t>
        <a:bodyPr/>
        <a:lstStyle/>
        <a:p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We trained several supervised classification models on the prepared data</a:t>
          </a:r>
        </a:p>
        <a:p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 - </a:t>
          </a:r>
          <a:r>
            <a:rPr lang="en-US" sz="1500" i="1">
              <a:solidFill>
                <a:schemeClr val="tx2">
                  <a:lumMod val="60000"/>
                  <a:lumOff val="40000"/>
                </a:schemeClr>
              </a:solidFill>
            </a:rPr>
            <a:t>Logistic regression </a:t>
          </a:r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as a simple linear baseline model</a:t>
          </a:r>
        </a:p>
        <a:p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 - Single decision tree models using </a:t>
          </a:r>
          <a:r>
            <a:rPr lang="en-US" sz="1500" i="1">
              <a:solidFill>
                <a:schemeClr val="tx2">
                  <a:lumMod val="60000"/>
                  <a:lumOff val="40000"/>
                </a:schemeClr>
              </a:solidFill>
            </a:rPr>
            <a:t>C A R T</a:t>
          </a:r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 and </a:t>
          </a:r>
          <a:r>
            <a:rPr lang="en-US" sz="1500" i="1">
              <a:solidFill>
                <a:schemeClr val="tx2">
                  <a:lumMod val="60000"/>
                  <a:lumOff val="40000"/>
                </a:schemeClr>
              </a:solidFill>
            </a:rPr>
            <a:t>C 4.5</a:t>
          </a:r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 style splitting rules for transparent if then decision paths</a:t>
          </a:r>
        </a:p>
        <a:p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 - </a:t>
          </a:r>
          <a:r>
            <a:rPr lang="en-US" sz="1500" i="1">
              <a:solidFill>
                <a:schemeClr val="tx2">
                  <a:lumMod val="60000"/>
                  <a:lumOff val="40000"/>
                </a:schemeClr>
              </a:solidFill>
            </a:rPr>
            <a:t>K nearest </a:t>
          </a:r>
          <a:r>
            <a:rPr lang="en-US" sz="1500" i="1" err="1">
              <a:solidFill>
                <a:schemeClr val="tx2">
                  <a:lumMod val="60000"/>
                  <a:lumOff val="40000"/>
                </a:schemeClr>
              </a:solidFill>
            </a:rPr>
            <a:t>neighbour</a:t>
          </a:r>
          <a:r>
            <a:rPr lang="en-US" sz="1500" i="1">
              <a:solidFill>
                <a:schemeClr val="tx2">
                  <a:lumMod val="60000"/>
                  <a:lumOff val="40000"/>
                </a:schemeClr>
              </a:solidFill>
            </a:rPr>
            <a:t> </a:t>
          </a:r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classifier as a distance-based method</a:t>
          </a:r>
        </a:p>
        <a:p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 - </a:t>
          </a:r>
          <a:r>
            <a:rPr lang="en-US" sz="1500" i="1">
              <a:solidFill>
                <a:schemeClr val="tx2">
                  <a:lumMod val="60000"/>
                  <a:lumOff val="40000"/>
                </a:schemeClr>
              </a:solidFill>
            </a:rPr>
            <a:t>Random Forest</a:t>
          </a:r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 classifier which combines many decision trees</a:t>
          </a:r>
        </a:p>
        <a:p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 - </a:t>
          </a:r>
          <a:r>
            <a:rPr lang="en-US" sz="1500" i="1">
              <a:solidFill>
                <a:schemeClr val="tx2">
                  <a:lumMod val="60000"/>
                  <a:lumOff val="40000"/>
                </a:schemeClr>
              </a:solidFill>
            </a:rPr>
            <a:t>Multilayer perceptron neural network </a:t>
          </a:r>
          <a:r>
            <a:rPr lang="en-US" sz="1500">
              <a:solidFill>
                <a:schemeClr val="tx2">
                  <a:lumMod val="60000"/>
                  <a:lumOff val="40000"/>
                </a:schemeClr>
              </a:solidFill>
            </a:rPr>
            <a:t>as a nonlinear parametric model</a:t>
          </a:r>
        </a:p>
      </dgm:t>
    </dgm:pt>
    <dgm:pt modelId="{E0665969-0878-4609-8945-F929FEE286D7}" type="parTrans" cxnId="{061616C1-2744-4108-A04A-42F76CC19C0F}">
      <dgm:prSet/>
      <dgm:spPr/>
      <dgm:t>
        <a:bodyPr/>
        <a:lstStyle/>
        <a:p>
          <a:endParaRPr lang="en-US" sz="15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65E49DB6-1769-4C1C-953E-6E74BBFC6EEC}" type="sibTrans" cxnId="{061616C1-2744-4108-A04A-42F76CC19C0F}">
      <dgm:prSet/>
      <dgm:spPr/>
      <dgm:t>
        <a:bodyPr/>
        <a:lstStyle/>
        <a:p>
          <a:endParaRPr lang="en-US" sz="15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1EBD37AC-A740-4F38-A7A2-BD0559AD0B69}" type="pres">
      <dgm:prSet presAssocID="{AB622569-3613-446D-BDE0-5F88E900EDD3}" presName="vert0" presStyleCnt="0">
        <dgm:presLayoutVars>
          <dgm:dir/>
          <dgm:animOne val="branch"/>
          <dgm:animLvl val="lvl"/>
        </dgm:presLayoutVars>
      </dgm:prSet>
      <dgm:spPr/>
    </dgm:pt>
    <dgm:pt modelId="{DA700F2E-A06A-4E23-8252-FAD2CAF6B417}" type="pres">
      <dgm:prSet presAssocID="{EF4AED4F-F3AF-48AF-8921-B20ECAA6DE62}" presName="thickLine" presStyleLbl="alignNode1" presStyleIdx="0" presStyleCnt="2"/>
      <dgm:spPr/>
    </dgm:pt>
    <dgm:pt modelId="{1CFC0F98-A689-4369-9873-6ED4D19C7F8C}" type="pres">
      <dgm:prSet presAssocID="{EF4AED4F-F3AF-48AF-8921-B20ECAA6DE62}" presName="horz1" presStyleCnt="0"/>
      <dgm:spPr/>
    </dgm:pt>
    <dgm:pt modelId="{9085006B-A548-4344-8AAA-B67F54F18076}" type="pres">
      <dgm:prSet presAssocID="{EF4AED4F-F3AF-48AF-8921-B20ECAA6DE62}" presName="tx1" presStyleLbl="revTx" presStyleIdx="0" presStyleCnt="2"/>
      <dgm:spPr/>
    </dgm:pt>
    <dgm:pt modelId="{9D765B7A-27BA-45C2-917D-BB8DFEBBDB59}" type="pres">
      <dgm:prSet presAssocID="{EF4AED4F-F3AF-48AF-8921-B20ECAA6DE62}" presName="vert1" presStyleCnt="0"/>
      <dgm:spPr/>
    </dgm:pt>
    <dgm:pt modelId="{56E15E31-E2D8-4263-A228-2F6B516A58AB}" type="pres">
      <dgm:prSet presAssocID="{4E5FB914-E438-43DB-845A-EA57C2E5BCE8}" presName="thickLine" presStyleLbl="alignNode1" presStyleIdx="1" presStyleCnt="2"/>
      <dgm:spPr/>
    </dgm:pt>
    <dgm:pt modelId="{47652861-EDDA-4D2C-A0B0-599AA249F836}" type="pres">
      <dgm:prSet presAssocID="{4E5FB914-E438-43DB-845A-EA57C2E5BCE8}" presName="horz1" presStyleCnt="0"/>
      <dgm:spPr/>
    </dgm:pt>
    <dgm:pt modelId="{5631172B-067F-467F-AF12-AE6E6E14DAEE}" type="pres">
      <dgm:prSet presAssocID="{4E5FB914-E438-43DB-845A-EA57C2E5BCE8}" presName="tx1" presStyleLbl="revTx" presStyleIdx="1" presStyleCnt="2"/>
      <dgm:spPr/>
    </dgm:pt>
    <dgm:pt modelId="{CDDCE630-3AC3-4681-BDDD-C6994BC01D08}" type="pres">
      <dgm:prSet presAssocID="{4E5FB914-E438-43DB-845A-EA57C2E5BCE8}" presName="vert1" presStyleCnt="0"/>
      <dgm:spPr/>
    </dgm:pt>
  </dgm:ptLst>
  <dgm:cxnLst>
    <dgm:cxn modelId="{8E0F1A11-62AE-4C36-AE75-344252DB270C}" type="presOf" srcId="{AB622569-3613-446D-BDE0-5F88E900EDD3}" destId="{1EBD37AC-A740-4F38-A7A2-BD0559AD0B69}" srcOrd="0" destOrd="0" presId="urn:microsoft.com/office/officeart/2008/layout/LinedList"/>
    <dgm:cxn modelId="{C0F80C22-B7D7-439C-844C-4A95EC4E82DF}" type="presOf" srcId="{EF4AED4F-F3AF-48AF-8921-B20ECAA6DE62}" destId="{9085006B-A548-4344-8AAA-B67F54F18076}" srcOrd="0" destOrd="0" presId="urn:microsoft.com/office/officeart/2008/layout/LinedList"/>
    <dgm:cxn modelId="{87F17995-7B1A-43DF-B046-393996C661BC}" srcId="{AB622569-3613-446D-BDE0-5F88E900EDD3}" destId="{EF4AED4F-F3AF-48AF-8921-B20ECAA6DE62}" srcOrd="0" destOrd="0" parTransId="{944C5F80-F536-4384-B156-87650D564185}" sibTransId="{70D30DF5-6BE5-4594-942C-CF4893597697}"/>
    <dgm:cxn modelId="{061616C1-2744-4108-A04A-42F76CC19C0F}" srcId="{AB622569-3613-446D-BDE0-5F88E900EDD3}" destId="{4E5FB914-E438-43DB-845A-EA57C2E5BCE8}" srcOrd="1" destOrd="0" parTransId="{E0665969-0878-4609-8945-F929FEE286D7}" sibTransId="{65E49DB6-1769-4C1C-953E-6E74BBFC6EEC}"/>
    <dgm:cxn modelId="{64E947FC-0D79-4E7E-9DEA-C48231295464}" type="presOf" srcId="{4E5FB914-E438-43DB-845A-EA57C2E5BCE8}" destId="{5631172B-067F-467F-AF12-AE6E6E14DAEE}" srcOrd="0" destOrd="0" presId="urn:microsoft.com/office/officeart/2008/layout/LinedList"/>
    <dgm:cxn modelId="{5AC1DAAD-0588-4D53-964D-842F4F245563}" type="presParOf" srcId="{1EBD37AC-A740-4F38-A7A2-BD0559AD0B69}" destId="{DA700F2E-A06A-4E23-8252-FAD2CAF6B417}" srcOrd="0" destOrd="0" presId="urn:microsoft.com/office/officeart/2008/layout/LinedList"/>
    <dgm:cxn modelId="{44AC8D65-9AC6-4D4A-B09D-0105F96DF406}" type="presParOf" srcId="{1EBD37AC-A740-4F38-A7A2-BD0559AD0B69}" destId="{1CFC0F98-A689-4369-9873-6ED4D19C7F8C}" srcOrd="1" destOrd="0" presId="urn:microsoft.com/office/officeart/2008/layout/LinedList"/>
    <dgm:cxn modelId="{208F3C42-FD57-40B9-9B9F-7E2A42C31703}" type="presParOf" srcId="{1CFC0F98-A689-4369-9873-6ED4D19C7F8C}" destId="{9085006B-A548-4344-8AAA-B67F54F18076}" srcOrd="0" destOrd="0" presId="urn:microsoft.com/office/officeart/2008/layout/LinedList"/>
    <dgm:cxn modelId="{9DFFF13F-83E5-4771-8AF4-45B2C0C9FE0B}" type="presParOf" srcId="{1CFC0F98-A689-4369-9873-6ED4D19C7F8C}" destId="{9D765B7A-27BA-45C2-917D-BB8DFEBBDB59}" srcOrd="1" destOrd="0" presId="urn:microsoft.com/office/officeart/2008/layout/LinedList"/>
    <dgm:cxn modelId="{BCE61579-6979-49A8-BFAA-FBAC2DF2FD95}" type="presParOf" srcId="{1EBD37AC-A740-4F38-A7A2-BD0559AD0B69}" destId="{56E15E31-E2D8-4263-A228-2F6B516A58AB}" srcOrd="2" destOrd="0" presId="urn:microsoft.com/office/officeart/2008/layout/LinedList"/>
    <dgm:cxn modelId="{9DE41262-C7DF-448C-A6B1-AB1F592CDFB9}" type="presParOf" srcId="{1EBD37AC-A740-4F38-A7A2-BD0559AD0B69}" destId="{47652861-EDDA-4D2C-A0B0-599AA249F836}" srcOrd="3" destOrd="0" presId="urn:microsoft.com/office/officeart/2008/layout/LinedList"/>
    <dgm:cxn modelId="{EF13D74D-F30A-494D-BACB-734B5C53DF83}" type="presParOf" srcId="{47652861-EDDA-4D2C-A0B0-599AA249F836}" destId="{5631172B-067F-467F-AF12-AE6E6E14DAEE}" srcOrd="0" destOrd="0" presId="urn:microsoft.com/office/officeart/2008/layout/LinedList"/>
    <dgm:cxn modelId="{9559C13F-6F0C-48E6-A899-104A7FB1A465}" type="presParOf" srcId="{47652861-EDDA-4D2C-A0B0-599AA249F836}" destId="{CDDCE630-3AC3-4681-BDDD-C6994BC01D0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DFF89D2-2CB1-4BE2-96A7-8998F103A7B0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B62D9CA-7E8C-4CF4-99B4-EB98773DD3F0}">
      <dgm:prSet custT="1"/>
      <dgm:spPr/>
      <dgm:t>
        <a:bodyPr/>
        <a:lstStyle/>
        <a:p>
          <a:r>
            <a:rPr lang="en-US" sz="1600" b="1" dirty="0">
              <a:solidFill>
                <a:schemeClr val="tx2">
                  <a:lumMod val="60000"/>
                  <a:lumOff val="40000"/>
                </a:schemeClr>
              </a:solidFill>
            </a:rPr>
            <a:t>Business focus</a:t>
          </a:r>
        </a:p>
        <a:p>
          <a:r>
            <a:rPr lang="en-US" sz="1600" dirty="0">
              <a:solidFill>
                <a:schemeClr val="tx2">
                  <a:lumMod val="60000"/>
                  <a:lumOff val="40000"/>
                </a:schemeClr>
              </a:solidFill>
            </a:rPr>
            <a:t>- We focus mainly on detecting cancellations because missed cancellations lead to empty rooms and loss of revenue. </a:t>
          </a:r>
        </a:p>
        <a:p>
          <a:r>
            <a:rPr lang="en-US" sz="1600" dirty="0">
              <a:solidFill>
                <a:schemeClr val="tx2">
                  <a:lumMod val="60000"/>
                  <a:lumOff val="40000"/>
                </a:schemeClr>
              </a:solidFill>
            </a:rPr>
            <a:t>- At the same time, we must avoid too many false alarms, as this would cause unnecessary overbooking actions and operational confusion.</a:t>
          </a:r>
        </a:p>
      </dgm:t>
    </dgm:pt>
    <dgm:pt modelId="{CA2DBBE0-EF39-4DE9-91EB-18AF1CA56504}" type="parTrans" cxnId="{52A9C461-95C9-413C-B3D2-282EE6F1E182}">
      <dgm:prSet/>
      <dgm:spPr/>
      <dgm:t>
        <a:bodyPr/>
        <a:lstStyle/>
        <a:p>
          <a:endParaRPr lang="en-US" sz="16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67C1ACFC-0B54-4170-A06E-AAE13E9BA38C}" type="sibTrans" cxnId="{52A9C461-95C9-413C-B3D2-282EE6F1E182}">
      <dgm:prSet/>
      <dgm:spPr/>
      <dgm:t>
        <a:bodyPr/>
        <a:lstStyle/>
        <a:p>
          <a:endParaRPr lang="en-US" sz="16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7A342FF8-B411-40A6-A16D-415338025A9A}">
      <dgm:prSet custT="1"/>
      <dgm:spPr/>
      <dgm:t>
        <a:bodyPr/>
        <a:lstStyle/>
        <a:p>
          <a:r>
            <a:rPr lang="en-US" sz="1600" b="1" dirty="0">
              <a:solidFill>
                <a:schemeClr val="tx2">
                  <a:lumMod val="60000"/>
                  <a:lumOff val="40000"/>
                </a:schemeClr>
              </a:solidFill>
            </a:rPr>
            <a:t>Main metrics used</a:t>
          </a:r>
        </a:p>
        <a:p>
          <a:r>
            <a:rPr lang="en-US" sz="1600" dirty="0">
              <a:solidFill>
                <a:schemeClr val="tx2">
                  <a:lumMod val="60000"/>
                  <a:lumOff val="40000"/>
                </a:schemeClr>
              </a:solidFill>
            </a:rPr>
            <a:t>- We evaluated all models using accuracy, ROC AUC, precision, recall, and F1-score.</a:t>
          </a:r>
        </a:p>
        <a:p>
          <a:r>
            <a:rPr lang="en-US" sz="1600" dirty="0">
              <a:solidFill>
                <a:schemeClr val="tx2">
                  <a:lumMod val="60000"/>
                  <a:lumOff val="40000"/>
                </a:schemeClr>
              </a:solidFill>
            </a:rPr>
            <a:t>- Special attention was given to recall for the cancellation class to understand how well each model captures high-risk bookings.
</a:t>
          </a:r>
        </a:p>
      </dgm:t>
    </dgm:pt>
    <dgm:pt modelId="{C7B3B4CD-F7CB-4E8B-82A9-267D3246F249}" type="sibTrans" cxnId="{38C5DB4B-2EFF-4D2A-BC10-01A1CB2BABFD}">
      <dgm:prSet/>
      <dgm:spPr/>
      <dgm:t>
        <a:bodyPr/>
        <a:lstStyle/>
        <a:p>
          <a:endParaRPr lang="en-US" sz="16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3E44FE14-02DA-4C6C-95A3-C98B3A8E9D30}" type="parTrans" cxnId="{38C5DB4B-2EFF-4D2A-BC10-01A1CB2BABFD}">
      <dgm:prSet/>
      <dgm:spPr/>
      <dgm:t>
        <a:bodyPr/>
        <a:lstStyle/>
        <a:p>
          <a:endParaRPr lang="en-US" sz="1600">
            <a:solidFill>
              <a:schemeClr val="tx2">
                <a:lumMod val="60000"/>
                <a:lumOff val="40000"/>
              </a:schemeClr>
            </a:solidFill>
          </a:endParaRPr>
        </a:p>
      </dgm:t>
    </dgm:pt>
    <dgm:pt modelId="{F2F61FC4-C1F2-46FA-842E-0610B9EA9E18}" type="pres">
      <dgm:prSet presAssocID="{7DFF89D2-2CB1-4BE2-96A7-8998F103A7B0}" presName="vert0" presStyleCnt="0">
        <dgm:presLayoutVars>
          <dgm:dir/>
          <dgm:animOne val="branch"/>
          <dgm:animLvl val="lvl"/>
        </dgm:presLayoutVars>
      </dgm:prSet>
      <dgm:spPr/>
    </dgm:pt>
    <dgm:pt modelId="{38A9DE85-0E3B-4ADB-9E30-80F50000E025}" type="pres">
      <dgm:prSet presAssocID="{AB62D9CA-7E8C-4CF4-99B4-EB98773DD3F0}" presName="thickLine" presStyleLbl="alignNode1" presStyleIdx="0" presStyleCnt="2"/>
      <dgm:spPr/>
    </dgm:pt>
    <dgm:pt modelId="{81A23437-821D-4059-8FAB-1534FA79FCEB}" type="pres">
      <dgm:prSet presAssocID="{AB62D9CA-7E8C-4CF4-99B4-EB98773DD3F0}" presName="horz1" presStyleCnt="0"/>
      <dgm:spPr/>
    </dgm:pt>
    <dgm:pt modelId="{DB6257DF-7488-4B23-9566-F490B871CDB7}" type="pres">
      <dgm:prSet presAssocID="{AB62D9CA-7E8C-4CF4-99B4-EB98773DD3F0}" presName="tx1" presStyleLbl="revTx" presStyleIdx="0" presStyleCnt="2"/>
      <dgm:spPr/>
    </dgm:pt>
    <dgm:pt modelId="{BB4E9E48-BF8D-4E1C-897A-C3149DCC3FC5}" type="pres">
      <dgm:prSet presAssocID="{AB62D9CA-7E8C-4CF4-99B4-EB98773DD3F0}" presName="vert1" presStyleCnt="0"/>
      <dgm:spPr/>
    </dgm:pt>
    <dgm:pt modelId="{C29E19F9-BBDA-400F-A368-9A9E089F954F}" type="pres">
      <dgm:prSet presAssocID="{7A342FF8-B411-40A6-A16D-415338025A9A}" presName="thickLine" presStyleLbl="alignNode1" presStyleIdx="1" presStyleCnt="2"/>
      <dgm:spPr/>
    </dgm:pt>
    <dgm:pt modelId="{7183C58C-40A0-42DC-90DF-FE1CC1DB8263}" type="pres">
      <dgm:prSet presAssocID="{7A342FF8-B411-40A6-A16D-415338025A9A}" presName="horz1" presStyleCnt="0"/>
      <dgm:spPr/>
    </dgm:pt>
    <dgm:pt modelId="{BB86CB4B-C850-4C04-9034-6F70AB3955C6}" type="pres">
      <dgm:prSet presAssocID="{7A342FF8-B411-40A6-A16D-415338025A9A}" presName="tx1" presStyleLbl="revTx" presStyleIdx="1" presStyleCnt="2"/>
      <dgm:spPr/>
    </dgm:pt>
    <dgm:pt modelId="{48B07CD7-F928-444D-A99C-69DDCC2BB965}" type="pres">
      <dgm:prSet presAssocID="{7A342FF8-B411-40A6-A16D-415338025A9A}" presName="vert1" presStyleCnt="0"/>
      <dgm:spPr/>
    </dgm:pt>
  </dgm:ptLst>
  <dgm:cxnLst>
    <dgm:cxn modelId="{598A1C2F-FD15-44DD-8CE5-80AC936C34C2}" type="presOf" srcId="{7A342FF8-B411-40A6-A16D-415338025A9A}" destId="{BB86CB4B-C850-4C04-9034-6F70AB3955C6}" srcOrd="0" destOrd="0" presId="urn:microsoft.com/office/officeart/2008/layout/LinedList"/>
    <dgm:cxn modelId="{52A9C461-95C9-413C-B3D2-282EE6F1E182}" srcId="{7DFF89D2-2CB1-4BE2-96A7-8998F103A7B0}" destId="{AB62D9CA-7E8C-4CF4-99B4-EB98773DD3F0}" srcOrd="0" destOrd="0" parTransId="{CA2DBBE0-EF39-4DE9-91EB-18AF1CA56504}" sibTransId="{67C1ACFC-0B54-4170-A06E-AAE13E9BA38C}"/>
    <dgm:cxn modelId="{38C5DB4B-2EFF-4D2A-BC10-01A1CB2BABFD}" srcId="{7DFF89D2-2CB1-4BE2-96A7-8998F103A7B0}" destId="{7A342FF8-B411-40A6-A16D-415338025A9A}" srcOrd="1" destOrd="0" parTransId="{3E44FE14-02DA-4C6C-95A3-C98B3A8E9D30}" sibTransId="{C7B3B4CD-F7CB-4E8B-82A9-267D3246F249}"/>
    <dgm:cxn modelId="{FAE66873-1BFC-4BD9-9F0C-2F4A73279E16}" type="presOf" srcId="{AB62D9CA-7E8C-4CF4-99B4-EB98773DD3F0}" destId="{DB6257DF-7488-4B23-9566-F490B871CDB7}" srcOrd="0" destOrd="0" presId="urn:microsoft.com/office/officeart/2008/layout/LinedList"/>
    <dgm:cxn modelId="{4F73DFA6-E872-464F-9064-961F9C5C4656}" type="presOf" srcId="{7DFF89D2-2CB1-4BE2-96A7-8998F103A7B0}" destId="{F2F61FC4-C1F2-46FA-842E-0610B9EA9E18}" srcOrd="0" destOrd="0" presId="urn:microsoft.com/office/officeart/2008/layout/LinedList"/>
    <dgm:cxn modelId="{A9A607E6-8C98-4E7E-8D76-243B13C9FB4C}" type="presParOf" srcId="{F2F61FC4-C1F2-46FA-842E-0610B9EA9E18}" destId="{38A9DE85-0E3B-4ADB-9E30-80F50000E025}" srcOrd="0" destOrd="0" presId="urn:microsoft.com/office/officeart/2008/layout/LinedList"/>
    <dgm:cxn modelId="{3C7B419D-DEA4-4F36-8E63-D7062564B84F}" type="presParOf" srcId="{F2F61FC4-C1F2-46FA-842E-0610B9EA9E18}" destId="{81A23437-821D-4059-8FAB-1534FA79FCEB}" srcOrd="1" destOrd="0" presId="urn:microsoft.com/office/officeart/2008/layout/LinedList"/>
    <dgm:cxn modelId="{3A55B8B9-139B-4AE8-88A1-544FF6BE8890}" type="presParOf" srcId="{81A23437-821D-4059-8FAB-1534FA79FCEB}" destId="{DB6257DF-7488-4B23-9566-F490B871CDB7}" srcOrd="0" destOrd="0" presId="urn:microsoft.com/office/officeart/2008/layout/LinedList"/>
    <dgm:cxn modelId="{48B40993-166B-4267-8386-85D16CBDC280}" type="presParOf" srcId="{81A23437-821D-4059-8FAB-1534FA79FCEB}" destId="{BB4E9E48-BF8D-4E1C-897A-C3149DCC3FC5}" srcOrd="1" destOrd="0" presId="urn:microsoft.com/office/officeart/2008/layout/LinedList"/>
    <dgm:cxn modelId="{85135C67-45DB-45D0-AFD3-7EF479B26AB9}" type="presParOf" srcId="{F2F61FC4-C1F2-46FA-842E-0610B9EA9E18}" destId="{C29E19F9-BBDA-400F-A368-9A9E089F954F}" srcOrd="2" destOrd="0" presId="urn:microsoft.com/office/officeart/2008/layout/LinedList"/>
    <dgm:cxn modelId="{19EF5146-2A3A-4BFF-A454-0132D692DE95}" type="presParOf" srcId="{F2F61FC4-C1F2-46FA-842E-0610B9EA9E18}" destId="{7183C58C-40A0-42DC-90DF-FE1CC1DB8263}" srcOrd="3" destOrd="0" presId="urn:microsoft.com/office/officeart/2008/layout/LinedList"/>
    <dgm:cxn modelId="{962DC661-B652-4F25-9EFB-1AAD81FB5D90}" type="presParOf" srcId="{7183C58C-40A0-42DC-90DF-FE1CC1DB8263}" destId="{BB86CB4B-C850-4C04-9034-6F70AB3955C6}" srcOrd="0" destOrd="0" presId="urn:microsoft.com/office/officeart/2008/layout/LinedList"/>
    <dgm:cxn modelId="{62A1B1E9-076B-4C2B-AD95-FF476370DC44}" type="presParOf" srcId="{7183C58C-40A0-42DC-90DF-FE1CC1DB8263}" destId="{48B07CD7-F928-444D-A99C-69DDCC2BB96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7A5E726-F5A5-431E-9C84-6744CACACFE5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4665A96-E8BF-4551-A858-F39DA73DF457}">
      <dgm:prSet custT="1"/>
      <dgm:spPr/>
      <dgm:t>
        <a:bodyPr/>
        <a:lstStyle/>
        <a:p>
          <a:r>
            <a:rPr lang="en-US" sz="1600" b="1" dirty="0">
              <a:solidFill>
                <a:schemeClr val="tx2">
                  <a:lumMod val="60000"/>
                  <a:lumOff val="40000"/>
                </a:schemeClr>
              </a:solidFill>
            </a:rPr>
            <a:t>Summary of model behavior
</a:t>
          </a:r>
          <a:r>
            <a:rPr lang="en-US" sz="1600" b="0" dirty="0">
              <a:solidFill>
                <a:schemeClr val="tx2">
                  <a:lumMod val="60000"/>
                  <a:lumOff val="40000"/>
                </a:schemeClr>
              </a:solidFill>
            </a:rPr>
            <a:t>- </a:t>
          </a:r>
          <a:r>
            <a:rPr lang="en-US" sz="1600" i="1" dirty="0">
              <a:solidFill>
                <a:schemeClr val="tx2">
                  <a:lumMod val="60000"/>
                  <a:lumOff val="40000"/>
                </a:schemeClr>
              </a:solidFill>
            </a:rPr>
            <a:t>Logistic Regression </a:t>
          </a:r>
          <a:r>
            <a:rPr lang="en-US" sz="1600" dirty="0">
              <a:solidFill>
                <a:schemeClr val="tx2">
                  <a:lumMod val="60000"/>
                  <a:lumOff val="40000"/>
                </a:schemeClr>
              </a:solidFill>
            </a:rPr>
            <a:t>and single decision trees provided reasonable baselines but showed lower recall for cancellations. </a:t>
          </a:r>
        </a:p>
        <a:p>
          <a:r>
            <a:rPr lang="en-US" sz="1600" dirty="0">
              <a:solidFill>
                <a:schemeClr val="tx2">
                  <a:lumMod val="60000"/>
                  <a:lumOff val="40000"/>
                </a:schemeClr>
              </a:solidFill>
            </a:rPr>
            <a:t>- </a:t>
          </a:r>
          <a:r>
            <a:rPr lang="en-US" sz="1600" i="1" dirty="0">
              <a:solidFill>
                <a:schemeClr val="tx2">
                  <a:lumMod val="60000"/>
                  <a:lumOff val="40000"/>
                </a:schemeClr>
              </a:solidFill>
            </a:rPr>
            <a:t>KNN </a:t>
          </a:r>
          <a:r>
            <a:rPr lang="en-US" sz="1600" i="0" dirty="0">
              <a:solidFill>
                <a:schemeClr val="tx2">
                  <a:lumMod val="60000"/>
                  <a:lumOff val="40000"/>
                </a:schemeClr>
              </a:solidFill>
            </a:rPr>
            <a:t>and</a:t>
          </a:r>
          <a:r>
            <a:rPr lang="en-US" sz="1600" i="1" dirty="0">
              <a:solidFill>
                <a:schemeClr val="tx2">
                  <a:lumMod val="60000"/>
                  <a:lumOff val="40000"/>
                </a:schemeClr>
              </a:solidFill>
            </a:rPr>
            <a:t> C 4.5</a:t>
          </a:r>
          <a:r>
            <a:rPr lang="en-US" sz="1600" dirty="0">
              <a:solidFill>
                <a:schemeClr val="tx2">
                  <a:lumMod val="60000"/>
                  <a:lumOff val="40000"/>
                </a:schemeClr>
              </a:solidFill>
            </a:rPr>
            <a:t> improved performance slightly but were still limited in handling complex booking patterns.</a:t>
          </a:r>
        </a:p>
      </dgm:t>
    </dgm:pt>
    <dgm:pt modelId="{F48FF89C-5E74-4CE6-B59C-3565E6B55312}" type="parTrans" cxnId="{85DEFCB7-68C0-4B0F-8651-11E57FBBA3DA}">
      <dgm:prSet/>
      <dgm:spPr/>
      <dgm:t>
        <a:bodyPr/>
        <a:lstStyle/>
        <a:p>
          <a:endParaRPr lang="en-US" sz="1600"/>
        </a:p>
      </dgm:t>
    </dgm:pt>
    <dgm:pt modelId="{8C441CE3-6FA4-41E5-97E9-2CD36863AAB8}" type="sibTrans" cxnId="{85DEFCB7-68C0-4B0F-8651-11E57FBBA3DA}">
      <dgm:prSet/>
      <dgm:spPr/>
      <dgm:t>
        <a:bodyPr/>
        <a:lstStyle/>
        <a:p>
          <a:endParaRPr lang="en-US" sz="1600"/>
        </a:p>
      </dgm:t>
    </dgm:pt>
    <dgm:pt modelId="{61C57A75-A787-4D7F-9AAC-0A0BA503AAF1}">
      <dgm:prSet custT="1"/>
      <dgm:spPr/>
      <dgm:t>
        <a:bodyPr/>
        <a:lstStyle/>
        <a:p>
          <a:r>
            <a:rPr lang="en-US" sz="1600" b="1" dirty="0">
              <a:solidFill>
                <a:schemeClr val="tx2">
                  <a:lumMod val="60000"/>
                  <a:lumOff val="40000"/>
                </a:schemeClr>
              </a:solidFill>
            </a:rPr>
            <a:t>Final results</a:t>
          </a:r>
        </a:p>
        <a:p>
          <a:r>
            <a:rPr lang="en-US" sz="1600" i="1" dirty="0">
              <a:solidFill>
                <a:schemeClr val="tx2">
                  <a:lumMod val="60000"/>
                  <a:lumOff val="40000"/>
                </a:schemeClr>
              </a:solidFill>
            </a:rPr>
            <a:t>- Random Forest </a:t>
          </a:r>
          <a:r>
            <a:rPr lang="en-US" sz="1600" dirty="0">
              <a:solidFill>
                <a:schemeClr val="tx2">
                  <a:lumMod val="60000"/>
                  <a:lumOff val="40000"/>
                </a:schemeClr>
              </a:solidFill>
            </a:rPr>
            <a:t>performed the best overall, with accuracy in the mid-eighties, ROC AUC near 0.94, and recall for cancellations in the low eighties, making it the most reliable and stable model for predicting hotel booking cancellations.</a:t>
          </a:r>
        </a:p>
      </dgm:t>
    </dgm:pt>
    <dgm:pt modelId="{00A1DC07-F001-4BF9-9B84-2050D05EF187}" type="parTrans" cxnId="{30D30CA2-0FF1-4E6A-BEA3-6EB22669A892}">
      <dgm:prSet/>
      <dgm:spPr/>
      <dgm:t>
        <a:bodyPr/>
        <a:lstStyle/>
        <a:p>
          <a:endParaRPr lang="en-US" sz="1600"/>
        </a:p>
      </dgm:t>
    </dgm:pt>
    <dgm:pt modelId="{436BE959-C278-4777-8CF0-D1F10457B3EE}" type="sibTrans" cxnId="{30D30CA2-0FF1-4E6A-BEA3-6EB22669A892}">
      <dgm:prSet/>
      <dgm:spPr/>
      <dgm:t>
        <a:bodyPr/>
        <a:lstStyle/>
        <a:p>
          <a:endParaRPr lang="en-US" sz="1600"/>
        </a:p>
      </dgm:t>
    </dgm:pt>
    <dgm:pt modelId="{DC2C9106-9ACF-4E91-AE7D-CD702C277DFF}" type="pres">
      <dgm:prSet presAssocID="{77A5E726-F5A5-431E-9C84-6744CACACFE5}" presName="vert0" presStyleCnt="0">
        <dgm:presLayoutVars>
          <dgm:dir/>
          <dgm:animOne val="branch"/>
          <dgm:animLvl val="lvl"/>
        </dgm:presLayoutVars>
      </dgm:prSet>
      <dgm:spPr/>
    </dgm:pt>
    <dgm:pt modelId="{D0F96283-C209-48A4-9483-F4CA535AE3BF}" type="pres">
      <dgm:prSet presAssocID="{F4665A96-E8BF-4551-A858-F39DA73DF457}" presName="thickLine" presStyleLbl="alignNode1" presStyleIdx="0" presStyleCnt="2"/>
      <dgm:spPr/>
    </dgm:pt>
    <dgm:pt modelId="{7407311D-977D-4A14-B36A-0EABDA6CF1BC}" type="pres">
      <dgm:prSet presAssocID="{F4665A96-E8BF-4551-A858-F39DA73DF457}" presName="horz1" presStyleCnt="0"/>
      <dgm:spPr/>
    </dgm:pt>
    <dgm:pt modelId="{EDC8CACD-A687-4ACA-937C-3F04AEC94015}" type="pres">
      <dgm:prSet presAssocID="{F4665A96-E8BF-4551-A858-F39DA73DF457}" presName="tx1" presStyleLbl="revTx" presStyleIdx="0" presStyleCnt="2"/>
      <dgm:spPr/>
    </dgm:pt>
    <dgm:pt modelId="{390DA3CF-95F6-43A3-BA55-A9A4F33F6B6D}" type="pres">
      <dgm:prSet presAssocID="{F4665A96-E8BF-4551-A858-F39DA73DF457}" presName="vert1" presStyleCnt="0"/>
      <dgm:spPr/>
    </dgm:pt>
    <dgm:pt modelId="{6D0F32D4-D9EA-4DE7-9268-3737AFF82443}" type="pres">
      <dgm:prSet presAssocID="{61C57A75-A787-4D7F-9AAC-0A0BA503AAF1}" presName="thickLine" presStyleLbl="alignNode1" presStyleIdx="1" presStyleCnt="2"/>
      <dgm:spPr/>
    </dgm:pt>
    <dgm:pt modelId="{B541B1FA-2575-44FA-9128-17EA4180DAFF}" type="pres">
      <dgm:prSet presAssocID="{61C57A75-A787-4D7F-9AAC-0A0BA503AAF1}" presName="horz1" presStyleCnt="0"/>
      <dgm:spPr/>
    </dgm:pt>
    <dgm:pt modelId="{3F42E075-3ACF-4807-ADC3-4C8FAFAD75B4}" type="pres">
      <dgm:prSet presAssocID="{61C57A75-A787-4D7F-9AAC-0A0BA503AAF1}" presName="tx1" presStyleLbl="revTx" presStyleIdx="1" presStyleCnt="2"/>
      <dgm:spPr/>
    </dgm:pt>
    <dgm:pt modelId="{C4DB0BFF-AADA-4383-9729-C6B3592C6A2A}" type="pres">
      <dgm:prSet presAssocID="{61C57A75-A787-4D7F-9AAC-0A0BA503AAF1}" presName="vert1" presStyleCnt="0"/>
      <dgm:spPr/>
    </dgm:pt>
  </dgm:ptLst>
  <dgm:cxnLst>
    <dgm:cxn modelId="{5756094E-4C56-4395-B5A7-C4463BAAB4B9}" type="presOf" srcId="{61C57A75-A787-4D7F-9AAC-0A0BA503AAF1}" destId="{3F42E075-3ACF-4807-ADC3-4C8FAFAD75B4}" srcOrd="0" destOrd="0" presId="urn:microsoft.com/office/officeart/2008/layout/LinedList"/>
    <dgm:cxn modelId="{1E0D6D97-F801-4D4C-B084-C340AD0A7FE1}" type="presOf" srcId="{77A5E726-F5A5-431E-9C84-6744CACACFE5}" destId="{DC2C9106-9ACF-4E91-AE7D-CD702C277DFF}" srcOrd="0" destOrd="0" presId="urn:microsoft.com/office/officeart/2008/layout/LinedList"/>
    <dgm:cxn modelId="{30D30CA2-0FF1-4E6A-BEA3-6EB22669A892}" srcId="{77A5E726-F5A5-431E-9C84-6744CACACFE5}" destId="{61C57A75-A787-4D7F-9AAC-0A0BA503AAF1}" srcOrd="1" destOrd="0" parTransId="{00A1DC07-F001-4BF9-9B84-2050D05EF187}" sibTransId="{436BE959-C278-4777-8CF0-D1F10457B3EE}"/>
    <dgm:cxn modelId="{85DEFCB7-68C0-4B0F-8651-11E57FBBA3DA}" srcId="{77A5E726-F5A5-431E-9C84-6744CACACFE5}" destId="{F4665A96-E8BF-4551-A858-F39DA73DF457}" srcOrd="0" destOrd="0" parTransId="{F48FF89C-5E74-4CE6-B59C-3565E6B55312}" sibTransId="{8C441CE3-6FA4-41E5-97E9-2CD36863AAB8}"/>
    <dgm:cxn modelId="{29C523C9-D153-42A4-BB55-D5C2D2738D4F}" type="presOf" srcId="{F4665A96-E8BF-4551-A858-F39DA73DF457}" destId="{EDC8CACD-A687-4ACA-937C-3F04AEC94015}" srcOrd="0" destOrd="0" presId="urn:microsoft.com/office/officeart/2008/layout/LinedList"/>
    <dgm:cxn modelId="{6FEC298A-A09D-4F5B-8649-29C9C121DCE8}" type="presParOf" srcId="{DC2C9106-9ACF-4E91-AE7D-CD702C277DFF}" destId="{D0F96283-C209-48A4-9483-F4CA535AE3BF}" srcOrd="0" destOrd="0" presId="urn:microsoft.com/office/officeart/2008/layout/LinedList"/>
    <dgm:cxn modelId="{D410F8B7-CC45-4C2D-87AA-FD0FFF3108A7}" type="presParOf" srcId="{DC2C9106-9ACF-4E91-AE7D-CD702C277DFF}" destId="{7407311D-977D-4A14-B36A-0EABDA6CF1BC}" srcOrd="1" destOrd="0" presId="urn:microsoft.com/office/officeart/2008/layout/LinedList"/>
    <dgm:cxn modelId="{B40EB83B-1250-4C35-AE7E-8ACD6DFCE188}" type="presParOf" srcId="{7407311D-977D-4A14-B36A-0EABDA6CF1BC}" destId="{EDC8CACD-A687-4ACA-937C-3F04AEC94015}" srcOrd="0" destOrd="0" presId="urn:microsoft.com/office/officeart/2008/layout/LinedList"/>
    <dgm:cxn modelId="{E7B043CA-D7E2-4BA4-A92C-509D215C0464}" type="presParOf" srcId="{7407311D-977D-4A14-B36A-0EABDA6CF1BC}" destId="{390DA3CF-95F6-43A3-BA55-A9A4F33F6B6D}" srcOrd="1" destOrd="0" presId="urn:microsoft.com/office/officeart/2008/layout/LinedList"/>
    <dgm:cxn modelId="{FF63D95F-7E31-4C83-B028-65A60E2CF283}" type="presParOf" srcId="{DC2C9106-9ACF-4E91-AE7D-CD702C277DFF}" destId="{6D0F32D4-D9EA-4DE7-9268-3737AFF82443}" srcOrd="2" destOrd="0" presId="urn:microsoft.com/office/officeart/2008/layout/LinedList"/>
    <dgm:cxn modelId="{26F1078E-AC4C-40CB-90DF-831BF59619D8}" type="presParOf" srcId="{DC2C9106-9ACF-4E91-AE7D-CD702C277DFF}" destId="{B541B1FA-2575-44FA-9128-17EA4180DAFF}" srcOrd="3" destOrd="0" presId="urn:microsoft.com/office/officeart/2008/layout/LinedList"/>
    <dgm:cxn modelId="{E80DAB05-8FA8-484B-B652-05888409606A}" type="presParOf" srcId="{B541B1FA-2575-44FA-9128-17EA4180DAFF}" destId="{3F42E075-3ACF-4807-ADC3-4C8FAFAD75B4}" srcOrd="0" destOrd="0" presId="urn:microsoft.com/office/officeart/2008/layout/LinedList"/>
    <dgm:cxn modelId="{3B179BBA-F71B-45D7-A6DE-7E4FD1AD1AAB}" type="presParOf" srcId="{B541B1FA-2575-44FA-9128-17EA4180DAFF}" destId="{C4DB0BFF-AADA-4383-9729-C6B3592C6A2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74DC4B3-7F5E-4002-BB1E-4C8170A1EEA5}" type="doc">
      <dgm:prSet loTypeId="urn:microsoft.com/office/officeart/2005/8/layout/hProcess7" loCatId="process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GB"/>
        </a:p>
      </dgm:t>
    </dgm:pt>
    <dgm:pt modelId="{474E8217-9507-4037-9857-250831AA548C}">
      <dgm:prSet phldrT="[Text]"/>
      <dgm:spPr/>
      <dgm:t>
        <a:bodyPr/>
        <a:lstStyle/>
        <a:p>
          <a:pPr algn="l" rtl="0"/>
          <a:r>
            <a:rPr lang="en-GB" sz="1100">
              <a:latin typeface="Calibri"/>
              <a:ea typeface="Calibri"/>
              <a:cs typeface="Calibri"/>
            </a:rPr>
            <a:t>Ensemble Learning Power</a:t>
          </a:r>
          <a:endParaRPr lang="en-GB"/>
        </a:p>
      </dgm:t>
    </dgm:pt>
    <dgm:pt modelId="{D0F1149B-4AF9-45F2-8C84-BF6461F3BCC3}" type="parTrans" cxnId="{D4AA7B4D-98B4-4DB1-AB1F-A4967E430756}">
      <dgm:prSet/>
      <dgm:spPr/>
      <dgm:t>
        <a:bodyPr/>
        <a:lstStyle/>
        <a:p>
          <a:endParaRPr lang="en-GB"/>
        </a:p>
      </dgm:t>
    </dgm:pt>
    <dgm:pt modelId="{6116198D-7E7D-4F3A-BCD3-50CA669C7B56}" type="sibTrans" cxnId="{D4AA7B4D-98B4-4DB1-AB1F-A4967E430756}">
      <dgm:prSet/>
      <dgm:spPr/>
      <dgm:t>
        <a:bodyPr/>
        <a:lstStyle/>
        <a:p>
          <a:endParaRPr lang="en-GB"/>
        </a:p>
      </dgm:t>
    </dgm:pt>
    <dgm:pt modelId="{E6837DE9-BE05-448A-A26A-76A81A58A238}">
      <dgm:prSet phldrT="[Text]"/>
      <dgm:spPr/>
      <dgm:t>
        <a:bodyPr/>
        <a:lstStyle/>
        <a:p>
          <a:pPr rtl="0"/>
          <a:r>
            <a:rPr lang="en-GB" sz="1100">
              <a:latin typeface="Calibri"/>
              <a:ea typeface="Calibri"/>
              <a:cs typeface="Calibri"/>
            </a:rPr>
            <a:t>Mitigating Overfitting:</a:t>
          </a:r>
          <a:endParaRPr lang="en-GB" sz="1800"/>
        </a:p>
      </dgm:t>
    </dgm:pt>
    <dgm:pt modelId="{C353388E-6E06-4DAA-9050-5AE542F557C4}" type="parTrans" cxnId="{A18F68B0-D7AD-4123-8619-8BE8E08CA322}">
      <dgm:prSet/>
      <dgm:spPr/>
      <dgm:t>
        <a:bodyPr/>
        <a:lstStyle/>
        <a:p>
          <a:endParaRPr lang="en-GB"/>
        </a:p>
      </dgm:t>
    </dgm:pt>
    <dgm:pt modelId="{5C208736-3A77-4EB1-8203-94D7EC357B04}" type="sibTrans" cxnId="{A18F68B0-D7AD-4123-8619-8BE8E08CA322}">
      <dgm:prSet/>
      <dgm:spPr/>
      <dgm:t>
        <a:bodyPr/>
        <a:lstStyle/>
        <a:p>
          <a:endParaRPr lang="en-GB"/>
        </a:p>
      </dgm:t>
    </dgm:pt>
    <dgm:pt modelId="{1CBFCF1A-866D-483D-A35B-9379830EA8AD}">
      <dgm:prSet phldr="0"/>
      <dgm:spPr/>
      <dgm:t>
        <a:bodyPr/>
        <a:lstStyle/>
        <a:p>
          <a:pPr rtl="0"/>
          <a:r>
            <a:rPr lang="en-GB" sz="1100">
              <a:latin typeface="Calibri"/>
              <a:ea typeface="Calibri"/>
              <a:cs typeface="Calibri"/>
            </a:rPr>
            <a:t>Random Forest is an ensemble learning method that builds multiple decision trees during training and merges them to get a more accurate and stable prediction. Each tree is unique, trained on different subsets of the data.</a:t>
          </a:r>
        </a:p>
      </dgm:t>
    </dgm:pt>
    <dgm:pt modelId="{4CCABBB8-FC50-423E-BB20-8CAD4A6FF8F0}" type="parTrans" cxnId="{CDF680F9-B3C8-41F3-B460-884F093823AB}">
      <dgm:prSet/>
      <dgm:spPr/>
    </dgm:pt>
    <dgm:pt modelId="{1C1BCEE4-68B0-41E1-8830-35A40B5F73FF}" type="sibTrans" cxnId="{CDF680F9-B3C8-41F3-B460-884F093823AB}">
      <dgm:prSet/>
      <dgm:spPr/>
    </dgm:pt>
    <dgm:pt modelId="{1C98E9CD-39C9-4BF2-938D-A9C15211A282}">
      <dgm:prSet phldr="0"/>
      <dgm:spPr/>
      <dgm:t>
        <a:bodyPr/>
        <a:lstStyle/>
        <a:p>
          <a:pPr rtl="0"/>
          <a:r>
            <a:rPr lang="en-GB" sz="1100">
              <a:latin typeface="Calibri"/>
              <a:ea typeface="Calibri"/>
              <a:cs typeface="Calibri"/>
            </a:rPr>
            <a:t>By combining predictions from numerous trees, Random Forest significantly reduces the risk of overfitting, a common problem with single decision trees, ensuring better generalisation to unseen data.</a:t>
          </a:r>
        </a:p>
      </dgm:t>
    </dgm:pt>
    <dgm:pt modelId="{740CA9EF-F82C-466A-BA84-96DC154C4B7C}" type="parTrans" cxnId="{A2A46191-D30A-4C66-B287-5179AE20D1C2}">
      <dgm:prSet/>
      <dgm:spPr/>
    </dgm:pt>
    <dgm:pt modelId="{0F913D08-32B4-421A-AA72-48932B07E950}" type="sibTrans" cxnId="{A2A46191-D30A-4C66-B287-5179AE20D1C2}">
      <dgm:prSet/>
      <dgm:spPr/>
    </dgm:pt>
    <dgm:pt modelId="{042F927F-CDF6-4C37-9117-F3285A1475E4}">
      <dgm:prSet phldr="0"/>
      <dgm:spPr/>
      <dgm:t>
        <a:bodyPr/>
        <a:lstStyle/>
        <a:p>
          <a:pPr algn="l" rtl="0"/>
          <a:r>
            <a:rPr lang="en-GB" sz="1100">
              <a:latin typeface="Calibri"/>
              <a:ea typeface="Calibri"/>
              <a:cs typeface="Calibri"/>
            </a:rPr>
            <a:t>Feature Importance </a:t>
          </a:r>
        </a:p>
      </dgm:t>
    </dgm:pt>
    <dgm:pt modelId="{84C5D00B-EB8A-4198-B57A-3961D5885CEB}" type="parTrans" cxnId="{C69D9972-BC89-4597-969C-E7F81D704953}">
      <dgm:prSet/>
      <dgm:spPr/>
    </dgm:pt>
    <dgm:pt modelId="{0FF0B065-F823-4F77-931A-D0B64E5A31C9}" type="sibTrans" cxnId="{C69D9972-BC89-4597-969C-E7F81D704953}">
      <dgm:prSet/>
      <dgm:spPr/>
    </dgm:pt>
    <dgm:pt modelId="{71039A20-3D29-4E75-A102-3A7AC60A2191}">
      <dgm:prSet phldr="0"/>
      <dgm:spPr/>
      <dgm:t>
        <a:bodyPr/>
        <a:lstStyle/>
        <a:p>
          <a:pPr rtl="0"/>
          <a:r>
            <a:rPr lang="en-GB" sz="1800">
              <a:latin typeface="Footlight MT Light"/>
            </a:rPr>
            <a:t> </a:t>
          </a:r>
          <a:r>
            <a:rPr lang="en-GB" sz="1800">
              <a:latin typeface="Footlight MT Light"/>
              <a:ea typeface="Calibri"/>
              <a:cs typeface="Calibri"/>
            </a:rPr>
            <a:t>It </a:t>
          </a:r>
          <a:r>
            <a:rPr lang="en-GB" sz="1100">
              <a:latin typeface="Calibri"/>
              <a:ea typeface="Calibri"/>
              <a:cs typeface="Calibri"/>
            </a:rPr>
            <a:t>inherently provides a measure of feature importance, indicating which booking characteristics (e.g., booking lead time, room type, special requests) are most influential in predicting cancellations.</a:t>
          </a:r>
        </a:p>
      </dgm:t>
    </dgm:pt>
    <dgm:pt modelId="{74FFF216-838A-4559-A35D-2B2599D6C748}" type="parTrans" cxnId="{432BAE8C-0AEA-4E5C-95EC-7F203B18621C}">
      <dgm:prSet/>
      <dgm:spPr/>
    </dgm:pt>
    <dgm:pt modelId="{E19FE148-AAF5-4873-9908-7FD8B2FFBEFC}" type="sibTrans" cxnId="{432BAE8C-0AEA-4E5C-95EC-7F203B18621C}">
      <dgm:prSet/>
      <dgm:spPr/>
    </dgm:pt>
    <dgm:pt modelId="{D162ED33-E1B0-466D-9013-3EAC945358FA}" type="pres">
      <dgm:prSet presAssocID="{274DC4B3-7F5E-4002-BB1E-4C8170A1EEA5}" presName="Name0" presStyleCnt="0">
        <dgm:presLayoutVars>
          <dgm:dir/>
          <dgm:animLvl val="lvl"/>
          <dgm:resizeHandles val="exact"/>
        </dgm:presLayoutVars>
      </dgm:prSet>
      <dgm:spPr/>
    </dgm:pt>
    <dgm:pt modelId="{C0CDD44B-AC66-4CB7-9805-6550EACF9EE3}" type="pres">
      <dgm:prSet presAssocID="{474E8217-9507-4037-9857-250831AA548C}" presName="compositeNode" presStyleCnt="0">
        <dgm:presLayoutVars>
          <dgm:bulletEnabled val="1"/>
        </dgm:presLayoutVars>
      </dgm:prSet>
      <dgm:spPr/>
    </dgm:pt>
    <dgm:pt modelId="{63C5E9D2-9B8F-4E8C-AB36-283D700DCFED}" type="pres">
      <dgm:prSet presAssocID="{474E8217-9507-4037-9857-250831AA548C}" presName="bgRect" presStyleLbl="node1" presStyleIdx="0" presStyleCnt="3"/>
      <dgm:spPr/>
    </dgm:pt>
    <dgm:pt modelId="{3C927F0E-C619-40A0-BD1B-1CFFF365F5D3}" type="pres">
      <dgm:prSet presAssocID="{474E8217-9507-4037-9857-250831AA548C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91897C61-A5D8-4ED5-ACFD-69235D7492A2}" type="pres">
      <dgm:prSet presAssocID="{474E8217-9507-4037-9857-250831AA548C}" presName="childNode" presStyleLbl="node1" presStyleIdx="0" presStyleCnt="3">
        <dgm:presLayoutVars>
          <dgm:bulletEnabled val="1"/>
        </dgm:presLayoutVars>
      </dgm:prSet>
      <dgm:spPr/>
    </dgm:pt>
    <dgm:pt modelId="{937C1CCB-CB9D-45F9-B03D-6FD08F87FEE3}" type="pres">
      <dgm:prSet presAssocID="{6116198D-7E7D-4F3A-BCD3-50CA669C7B56}" presName="hSp" presStyleCnt="0"/>
      <dgm:spPr/>
    </dgm:pt>
    <dgm:pt modelId="{0898B073-5C9C-4C55-8FC2-FCF593CF846C}" type="pres">
      <dgm:prSet presAssocID="{6116198D-7E7D-4F3A-BCD3-50CA669C7B56}" presName="vProcSp" presStyleCnt="0"/>
      <dgm:spPr/>
    </dgm:pt>
    <dgm:pt modelId="{5C7EBDBC-CE6E-401F-8EFD-63AB05C16806}" type="pres">
      <dgm:prSet presAssocID="{6116198D-7E7D-4F3A-BCD3-50CA669C7B56}" presName="vSp1" presStyleCnt="0"/>
      <dgm:spPr/>
    </dgm:pt>
    <dgm:pt modelId="{57C96B13-5EAA-40E6-8619-5DC8BD1B37E6}" type="pres">
      <dgm:prSet presAssocID="{6116198D-7E7D-4F3A-BCD3-50CA669C7B56}" presName="simulatedConn" presStyleLbl="solidFgAcc1" presStyleIdx="0" presStyleCnt="2"/>
      <dgm:spPr/>
    </dgm:pt>
    <dgm:pt modelId="{1CDFB500-D15F-4B41-AD3A-702BAFC4156F}" type="pres">
      <dgm:prSet presAssocID="{6116198D-7E7D-4F3A-BCD3-50CA669C7B56}" presName="vSp2" presStyleCnt="0"/>
      <dgm:spPr/>
    </dgm:pt>
    <dgm:pt modelId="{01ED678C-9C8C-4E1B-9E31-32ECEC01D4B1}" type="pres">
      <dgm:prSet presAssocID="{6116198D-7E7D-4F3A-BCD3-50CA669C7B56}" presName="sibTrans" presStyleCnt="0"/>
      <dgm:spPr/>
    </dgm:pt>
    <dgm:pt modelId="{AAF3C4C5-07E5-4932-9855-F4D0145F3A54}" type="pres">
      <dgm:prSet presAssocID="{E6837DE9-BE05-448A-A26A-76A81A58A238}" presName="compositeNode" presStyleCnt="0">
        <dgm:presLayoutVars>
          <dgm:bulletEnabled val="1"/>
        </dgm:presLayoutVars>
      </dgm:prSet>
      <dgm:spPr/>
    </dgm:pt>
    <dgm:pt modelId="{28359CA3-0DB3-45C9-A924-7C5310C0CD9B}" type="pres">
      <dgm:prSet presAssocID="{E6837DE9-BE05-448A-A26A-76A81A58A238}" presName="bgRect" presStyleLbl="node1" presStyleIdx="1" presStyleCnt="3"/>
      <dgm:spPr/>
    </dgm:pt>
    <dgm:pt modelId="{F4EC058E-1B83-49AE-9B68-2E1DB1CCCEEC}" type="pres">
      <dgm:prSet presAssocID="{E6837DE9-BE05-448A-A26A-76A81A58A238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159449EA-BAD9-48B9-84FB-60824FB09040}" type="pres">
      <dgm:prSet presAssocID="{E6837DE9-BE05-448A-A26A-76A81A58A238}" presName="childNode" presStyleLbl="node1" presStyleIdx="1" presStyleCnt="3">
        <dgm:presLayoutVars>
          <dgm:bulletEnabled val="1"/>
        </dgm:presLayoutVars>
      </dgm:prSet>
      <dgm:spPr/>
    </dgm:pt>
    <dgm:pt modelId="{E9F68227-AF7B-485A-BF3D-74A35FE846E8}" type="pres">
      <dgm:prSet presAssocID="{5C208736-3A77-4EB1-8203-94D7EC357B04}" presName="hSp" presStyleCnt="0"/>
      <dgm:spPr/>
    </dgm:pt>
    <dgm:pt modelId="{1976DBD0-C2E8-4E84-98F4-7F15E0DA7994}" type="pres">
      <dgm:prSet presAssocID="{5C208736-3A77-4EB1-8203-94D7EC357B04}" presName="vProcSp" presStyleCnt="0"/>
      <dgm:spPr/>
    </dgm:pt>
    <dgm:pt modelId="{310C30EF-EA93-4A99-B9FE-A0C1DD38FFEB}" type="pres">
      <dgm:prSet presAssocID="{5C208736-3A77-4EB1-8203-94D7EC357B04}" presName="vSp1" presStyleCnt="0"/>
      <dgm:spPr/>
    </dgm:pt>
    <dgm:pt modelId="{7A562EBB-F218-4117-9484-2119A6787E7B}" type="pres">
      <dgm:prSet presAssocID="{5C208736-3A77-4EB1-8203-94D7EC357B04}" presName="simulatedConn" presStyleLbl="solidFgAcc1" presStyleIdx="1" presStyleCnt="2"/>
      <dgm:spPr/>
    </dgm:pt>
    <dgm:pt modelId="{216AB638-21D7-4362-8CE0-786402F411BA}" type="pres">
      <dgm:prSet presAssocID="{5C208736-3A77-4EB1-8203-94D7EC357B04}" presName="vSp2" presStyleCnt="0"/>
      <dgm:spPr/>
    </dgm:pt>
    <dgm:pt modelId="{D0C3D216-F403-49A3-AD77-B405F36A2FD0}" type="pres">
      <dgm:prSet presAssocID="{5C208736-3A77-4EB1-8203-94D7EC357B04}" presName="sibTrans" presStyleCnt="0"/>
      <dgm:spPr/>
    </dgm:pt>
    <dgm:pt modelId="{9BC9D228-BD24-4C04-B6FA-D24134FC5403}" type="pres">
      <dgm:prSet presAssocID="{042F927F-CDF6-4C37-9117-F3285A1475E4}" presName="compositeNode" presStyleCnt="0">
        <dgm:presLayoutVars>
          <dgm:bulletEnabled val="1"/>
        </dgm:presLayoutVars>
      </dgm:prSet>
      <dgm:spPr/>
    </dgm:pt>
    <dgm:pt modelId="{51D4FD79-8E8C-407E-9687-71F957E80CAB}" type="pres">
      <dgm:prSet presAssocID="{042F927F-CDF6-4C37-9117-F3285A1475E4}" presName="bgRect" presStyleLbl="node1" presStyleIdx="2" presStyleCnt="3"/>
      <dgm:spPr/>
    </dgm:pt>
    <dgm:pt modelId="{6178EBB4-4530-430C-8E98-F8E4750C4369}" type="pres">
      <dgm:prSet presAssocID="{042F927F-CDF6-4C37-9117-F3285A1475E4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914AEE37-7A8F-4B5A-85FA-44BB75EC9038}" type="pres">
      <dgm:prSet presAssocID="{042F927F-CDF6-4C37-9117-F3285A1475E4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42E53402-FBD7-4016-850B-2E23CF90B9E4}" type="presOf" srcId="{042F927F-CDF6-4C37-9117-F3285A1475E4}" destId="{6178EBB4-4530-430C-8E98-F8E4750C4369}" srcOrd="1" destOrd="0" presId="urn:microsoft.com/office/officeart/2005/8/layout/hProcess7"/>
    <dgm:cxn modelId="{D4BC2832-3B0B-4646-955A-0832785E13A3}" type="presOf" srcId="{E6837DE9-BE05-448A-A26A-76A81A58A238}" destId="{28359CA3-0DB3-45C9-A924-7C5310C0CD9B}" srcOrd="0" destOrd="0" presId="urn:microsoft.com/office/officeart/2005/8/layout/hProcess7"/>
    <dgm:cxn modelId="{49751334-D21C-4229-94E2-1FBB08DB1A79}" type="presOf" srcId="{474E8217-9507-4037-9857-250831AA548C}" destId="{63C5E9D2-9B8F-4E8C-AB36-283D700DCFED}" srcOrd="0" destOrd="0" presId="urn:microsoft.com/office/officeart/2005/8/layout/hProcess7"/>
    <dgm:cxn modelId="{7B68815E-9DFF-4A39-9DCB-AF2852D7B567}" type="presOf" srcId="{1C98E9CD-39C9-4BF2-938D-A9C15211A282}" destId="{159449EA-BAD9-48B9-84FB-60824FB09040}" srcOrd="0" destOrd="0" presId="urn:microsoft.com/office/officeart/2005/8/layout/hProcess7"/>
    <dgm:cxn modelId="{17570B4C-6A9D-4B29-BA21-5B9805EC39C1}" type="presOf" srcId="{274DC4B3-7F5E-4002-BB1E-4C8170A1EEA5}" destId="{D162ED33-E1B0-466D-9013-3EAC945358FA}" srcOrd="0" destOrd="0" presId="urn:microsoft.com/office/officeart/2005/8/layout/hProcess7"/>
    <dgm:cxn modelId="{D4AA7B4D-98B4-4DB1-AB1F-A4967E430756}" srcId="{274DC4B3-7F5E-4002-BB1E-4C8170A1EEA5}" destId="{474E8217-9507-4037-9857-250831AA548C}" srcOrd="0" destOrd="0" parTransId="{D0F1149B-4AF9-45F2-8C84-BF6461F3BCC3}" sibTransId="{6116198D-7E7D-4F3A-BCD3-50CA669C7B56}"/>
    <dgm:cxn modelId="{C69D9972-BC89-4597-969C-E7F81D704953}" srcId="{274DC4B3-7F5E-4002-BB1E-4C8170A1EEA5}" destId="{042F927F-CDF6-4C37-9117-F3285A1475E4}" srcOrd="2" destOrd="0" parTransId="{84C5D00B-EB8A-4198-B57A-3961D5885CEB}" sibTransId="{0FF0B065-F823-4F77-931A-D0B64E5A31C9}"/>
    <dgm:cxn modelId="{37ABA254-A19E-4E38-9E68-81E448D48ED7}" type="presOf" srcId="{042F927F-CDF6-4C37-9117-F3285A1475E4}" destId="{51D4FD79-8E8C-407E-9687-71F957E80CAB}" srcOrd="0" destOrd="0" presId="urn:microsoft.com/office/officeart/2005/8/layout/hProcess7"/>
    <dgm:cxn modelId="{893DB356-F697-4A85-B82F-F7D96F788AD5}" type="presOf" srcId="{1CBFCF1A-866D-483D-A35B-9379830EA8AD}" destId="{91897C61-A5D8-4ED5-ACFD-69235D7492A2}" srcOrd="0" destOrd="0" presId="urn:microsoft.com/office/officeart/2005/8/layout/hProcess7"/>
    <dgm:cxn modelId="{432BAE8C-0AEA-4E5C-95EC-7F203B18621C}" srcId="{042F927F-CDF6-4C37-9117-F3285A1475E4}" destId="{71039A20-3D29-4E75-A102-3A7AC60A2191}" srcOrd="0" destOrd="0" parTransId="{74FFF216-838A-4559-A35D-2B2599D6C748}" sibTransId="{E19FE148-AAF5-4873-9908-7FD8B2FFBEFC}"/>
    <dgm:cxn modelId="{A2A46191-D30A-4C66-B287-5179AE20D1C2}" srcId="{E6837DE9-BE05-448A-A26A-76A81A58A238}" destId="{1C98E9CD-39C9-4BF2-938D-A9C15211A282}" srcOrd="0" destOrd="0" parTransId="{740CA9EF-F82C-466A-BA84-96DC154C4B7C}" sibTransId="{0F913D08-32B4-421A-AA72-48932B07E950}"/>
    <dgm:cxn modelId="{52281992-D32C-4381-8C5B-5EDB908901B9}" type="presOf" srcId="{71039A20-3D29-4E75-A102-3A7AC60A2191}" destId="{914AEE37-7A8F-4B5A-85FA-44BB75EC9038}" srcOrd="0" destOrd="0" presId="urn:microsoft.com/office/officeart/2005/8/layout/hProcess7"/>
    <dgm:cxn modelId="{A05FBC94-5FE0-4C1E-B1A4-9B229FFE8273}" type="presOf" srcId="{474E8217-9507-4037-9857-250831AA548C}" destId="{3C927F0E-C619-40A0-BD1B-1CFFF365F5D3}" srcOrd="1" destOrd="0" presId="urn:microsoft.com/office/officeart/2005/8/layout/hProcess7"/>
    <dgm:cxn modelId="{4CE58BA7-0081-4675-A6D9-A1037C8D4796}" type="presOf" srcId="{E6837DE9-BE05-448A-A26A-76A81A58A238}" destId="{F4EC058E-1B83-49AE-9B68-2E1DB1CCCEEC}" srcOrd="1" destOrd="0" presId="urn:microsoft.com/office/officeart/2005/8/layout/hProcess7"/>
    <dgm:cxn modelId="{A18F68B0-D7AD-4123-8619-8BE8E08CA322}" srcId="{274DC4B3-7F5E-4002-BB1E-4C8170A1EEA5}" destId="{E6837DE9-BE05-448A-A26A-76A81A58A238}" srcOrd="1" destOrd="0" parTransId="{C353388E-6E06-4DAA-9050-5AE542F557C4}" sibTransId="{5C208736-3A77-4EB1-8203-94D7EC357B04}"/>
    <dgm:cxn modelId="{CDF680F9-B3C8-41F3-B460-884F093823AB}" srcId="{474E8217-9507-4037-9857-250831AA548C}" destId="{1CBFCF1A-866D-483D-A35B-9379830EA8AD}" srcOrd="0" destOrd="0" parTransId="{4CCABBB8-FC50-423E-BB20-8CAD4A6FF8F0}" sibTransId="{1C1BCEE4-68B0-41E1-8830-35A40B5F73FF}"/>
    <dgm:cxn modelId="{5D758634-53BA-40F7-83B0-3EC4B61F9AA6}" type="presParOf" srcId="{D162ED33-E1B0-466D-9013-3EAC945358FA}" destId="{C0CDD44B-AC66-4CB7-9805-6550EACF9EE3}" srcOrd="0" destOrd="0" presId="urn:microsoft.com/office/officeart/2005/8/layout/hProcess7"/>
    <dgm:cxn modelId="{FDDC3596-F5F9-4A70-8963-806FEA1C03AE}" type="presParOf" srcId="{C0CDD44B-AC66-4CB7-9805-6550EACF9EE3}" destId="{63C5E9D2-9B8F-4E8C-AB36-283D700DCFED}" srcOrd="0" destOrd="0" presId="urn:microsoft.com/office/officeart/2005/8/layout/hProcess7"/>
    <dgm:cxn modelId="{D37EC76E-9559-4D10-9F78-1437C3C5C465}" type="presParOf" srcId="{C0CDD44B-AC66-4CB7-9805-6550EACF9EE3}" destId="{3C927F0E-C619-40A0-BD1B-1CFFF365F5D3}" srcOrd="1" destOrd="0" presId="urn:microsoft.com/office/officeart/2005/8/layout/hProcess7"/>
    <dgm:cxn modelId="{4A1FE85F-BC9E-4F32-8AEA-CD4562F02C7E}" type="presParOf" srcId="{C0CDD44B-AC66-4CB7-9805-6550EACF9EE3}" destId="{91897C61-A5D8-4ED5-ACFD-69235D7492A2}" srcOrd="2" destOrd="0" presId="urn:microsoft.com/office/officeart/2005/8/layout/hProcess7"/>
    <dgm:cxn modelId="{44855D51-B625-4858-8585-513F3A0BFC53}" type="presParOf" srcId="{D162ED33-E1B0-466D-9013-3EAC945358FA}" destId="{937C1CCB-CB9D-45F9-B03D-6FD08F87FEE3}" srcOrd="1" destOrd="0" presId="urn:microsoft.com/office/officeart/2005/8/layout/hProcess7"/>
    <dgm:cxn modelId="{9DC0B9B3-D60D-4D8B-B142-74A9A3E4C1B8}" type="presParOf" srcId="{D162ED33-E1B0-466D-9013-3EAC945358FA}" destId="{0898B073-5C9C-4C55-8FC2-FCF593CF846C}" srcOrd="2" destOrd="0" presId="urn:microsoft.com/office/officeart/2005/8/layout/hProcess7"/>
    <dgm:cxn modelId="{B79847A4-B374-4AE2-B2B7-DBFDD0B4A6DE}" type="presParOf" srcId="{0898B073-5C9C-4C55-8FC2-FCF593CF846C}" destId="{5C7EBDBC-CE6E-401F-8EFD-63AB05C16806}" srcOrd="0" destOrd="0" presId="urn:microsoft.com/office/officeart/2005/8/layout/hProcess7"/>
    <dgm:cxn modelId="{265A8A36-2049-4251-BDFE-0396A5BBFE11}" type="presParOf" srcId="{0898B073-5C9C-4C55-8FC2-FCF593CF846C}" destId="{57C96B13-5EAA-40E6-8619-5DC8BD1B37E6}" srcOrd="1" destOrd="0" presId="urn:microsoft.com/office/officeart/2005/8/layout/hProcess7"/>
    <dgm:cxn modelId="{F58EF5E7-7BAC-4BCB-9605-72E0A2638CA0}" type="presParOf" srcId="{0898B073-5C9C-4C55-8FC2-FCF593CF846C}" destId="{1CDFB500-D15F-4B41-AD3A-702BAFC4156F}" srcOrd="2" destOrd="0" presId="urn:microsoft.com/office/officeart/2005/8/layout/hProcess7"/>
    <dgm:cxn modelId="{EE12FF65-2A16-4D25-8389-7B493B16B53D}" type="presParOf" srcId="{D162ED33-E1B0-466D-9013-3EAC945358FA}" destId="{01ED678C-9C8C-4E1B-9E31-32ECEC01D4B1}" srcOrd="3" destOrd="0" presId="urn:microsoft.com/office/officeart/2005/8/layout/hProcess7"/>
    <dgm:cxn modelId="{AB5ED036-CF94-4915-8F91-ACE9E3A7EB53}" type="presParOf" srcId="{D162ED33-E1B0-466D-9013-3EAC945358FA}" destId="{AAF3C4C5-07E5-4932-9855-F4D0145F3A54}" srcOrd="4" destOrd="0" presId="urn:microsoft.com/office/officeart/2005/8/layout/hProcess7"/>
    <dgm:cxn modelId="{001985D4-DE33-4347-A347-BDC7DDE59252}" type="presParOf" srcId="{AAF3C4C5-07E5-4932-9855-F4D0145F3A54}" destId="{28359CA3-0DB3-45C9-A924-7C5310C0CD9B}" srcOrd="0" destOrd="0" presId="urn:microsoft.com/office/officeart/2005/8/layout/hProcess7"/>
    <dgm:cxn modelId="{62F628E4-CEEC-41CC-ABD6-C2FDE7E32937}" type="presParOf" srcId="{AAF3C4C5-07E5-4932-9855-F4D0145F3A54}" destId="{F4EC058E-1B83-49AE-9B68-2E1DB1CCCEEC}" srcOrd="1" destOrd="0" presId="urn:microsoft.com/office/officeart/2005/8/layout/hProcess7"/>
    <dgm:cxn modelId="{E3AE69D6-AB02-42EC-9B0D-68B2B4F1D56C}" type="presParOf" srcId="{AAF3C4C5-07E5-4932-9855-F4D0145F3A54}" destId="{159449EA-BAD9-48B9-84FB-60824FB09040}" srcOrd="2" destOrd="0" presId="urn:microsoft.com/office/officeart/2005/8/layout/hProcess7"/>
    <dgm:cxn modelId="{7BE89A93-E5DD-4230-BE03-B8BA7F0AF77A}" type="presParOf" srcId="{D162ED33-E1B0-466D-9013-3EAC945358FA}" destId="{E9F68227-AF7B-485A-BF3D-74A35FE846E8}" srcOrd="5" destOrd="0" presId="urn:microsoft.com/office/officeart/2005/8/layout/hProcess7"/>
    <dgm:cxn modelId="{8FE1EB36-F396-4A12-9832-055FA1F6C4EA}" type="presParOf" srcId="{D162ED33-E1B0-466D-9013-3EAC945358FA}" destId="{1976DBD0-C2E8-4E84-98F4-7F15E0DA7994}" srcOrd="6" destOrd="0" presId="urn:microsoft.com/office/officeart/2005/8/layout/hProcess7"/>
    <dgm:cxn modelId="{E936B955-6BEC-40B1-A9EE-6C69D4F22DE2}" type="presParOf" srcId="{1976DBD0-C2E8-4E84-98F4-7F15E0DA7994}" destId="{310C30EF-EA93-4A99-B9FE-A0C1DD38FFEB}" srcOrd="0" destOrd="0" presId="urn:microsoft.com/office/officeart/2005/8/layout/hProcess7"/>
    <dgm:cxn modelId="{B0615575-86DC-4ECE-8346-BAEB1FC226A0}" type="presParOf" srcId="{1976DBD0-C2E8-4E84-98F4-7F15E0DA7994}" destId="{7A562EBB-F218-4117-9484-2119A6787E7B}" srcOrd="1" destOrd="0" presId="urn:microsoft.com/office/officeart/2005/8/layout/hProcess7"/>
    <dgm:cxn modelId="{931D9E50-2990-4A79-BA56-77BE70ECFDE2}" type="presParOf" srcId="{1976DBD0-C2E8-4E84-98F4-7F15E0DA7994}" destId="{216AB638-21D7-4362-8CE0-786402F411BA}" srcOrd="2" destOrd="0" presId="urn:microsoft.com/office/officeart/2005/8/layout/hProcess7"/>
    <dgm:cxn modelId="{A20F6EE7-2303-458A-9B90-20E2BB1862B7}" type="presParOf" srcId="{D162ED33-E1B0-466D-9013-3EAC945358FA}" destId="{D0C3D216-F403-49A3-AD77-B405F36A2FD0}" srcOrd="7" destOrd="0" presId="urn:microsoft.com/office/officeart/2005/8/layout/hProcess7"/>
    <dgm:cxn modelId="{D83AD6EF-0211-4341-A84B-F30BC5D9C2FA}" type="presParOf" srcId="{D162ED33-E1B0-466D-9013-3EAC945358FA}" destId="{9BC9D228-BD24-4C04-B6FA-D24134FC5403}" srcOrd="8" destOrd="0" presId="urn:microsoft.com/office/officeart/2005/8/layout/hProcess7"/>
    <dgm:cxn modelId="{F2C9761B-F081-4392-B95C-2D40D3A3ACF1}" type="presParOf" srcId="{9BC9D228-BD24-4C04-B6FA-D24134FC5403}" destId="{51D4FD79-8E8C-407E-9687-71F957E80CAB}" srcOrd="0" destOrd="0" presId="urn:microsoft.com/office/officeart/2005/8/layout/hProcess7"/>
    <dgm:cxn modelId="{DA706A5F-9DAD-4B98-8251-07F8BF96BCD2}" type="presParOf" srcId="{9BC9D228-BD24-4C04-B6FA-D24134FC5403}" destId="{6178EBB4-4530-430C-8E98-F8E4750C4369}" srcOrd="1" destOrd="0" presId="urn:microsoft.com/office/officeart/2005/8/layout/hProcess7"/>
    <dgm:cxn modelId="{E0D5D06C-A392-48DD-9698-7CDB28D20113}" type="presParOf" srcId="{9BC9D228-BD24-4C04-B6FA-D24134FC5403}" destId="{914AEE37-7A8F-4B5A-85FA-44BB75EC9038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B622569-3613-446D-BDE0-5F88E900EDD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F4AED4F-F3AF-48AF-8921-B20ECAA6DE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final Random Forest model can be wrapped inside a simple service or script that connects to the hotel booking system</a:t>
          </a:r>
        </a:p>
      </dgm:t>
    </dgm:pt>
    <dgm:pt modelId="{944C5F80-F536-4384-B156-87650D564185}" type="parTrans" cxnId="{87F17995-7B1A-43DF-B046-393996C661BC}">
      <dgm:prSet/>
      <dgm:spPr/>
      <dgm:t>
        <a:bodyPr/>
        <a:lstStyle/>
        <a:p>
          <a:endParaRPr lang="en-US" sz="1500"/>
        </a:p>
      </dgm:t>
    </dgm:pt>
    <dgm:pt modelId="{70D30DF5-6BE5-4594-942C-CF4893597697}" type="sibTrans" cxnId="{87F17995-7B1A-43DF-B046-393996C661BC}">
      <dgm:prSet/>
      <dgm:spPr/>
      <dgm:t>
        <a:bodyPr/>
        <a:lstStyle/>
        <a:p>
          <a:endParaRPr lang="en-US"/>
        </a:p>
      </dgm:t>
    </dgm:pt>
    <dgm:pt modelId="{4E5FB914-E438-43DB-845A-EA57C2E5BC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When a new booking is created or an existing booking is updated, the system sends the relevant features through the same preprocessing steps used during training</a:t>
          </a:r>
        </a:p>
      </dgm:t>
    </dgm:pt>
    <dgm:pt modelId="{E0665969-0878-4609-8945-F929FEE286D7}" type="parTrans" cxnId="{061616C1-2744-4108-A04A-42F76CC19C0F}">
      <dgm:prSet/>
      <dgm:spPr/>
      <dgm:t>
        <a:bodyPr/>
        <a:lstStyle/>
        <a:p>
          <a:endParaRPr lang="en-US" sz="1500"/>
        </a:p>
      </dgm:t>
    </dgm:pt>
    <dgm:pt modelId="{65E49DB6-1769-4C1C-953E-6E74BBFC6EEC}" type="sibTrans" cxnId="{061616C1-2744-4108-A04A-42F76CC19C0F}">
      <dgm:prSet/>
      <dgm:spPr/>
      <dgm:t>
        <a:bodyPr/>
        <a:lstStyle/>
        <a:p>
          <a:endParaRPr lang="en-US"/>
        </a:p>
      </dgm:t>
    </dgm:pt>
    <dgm:pt modelId="{E588C9B9-9D29-42D9-AD52-61726AAF93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model returns a predicted probability of cancellation for that booking, along with a simple risk label such as low risk, medium risk or high risk</a:t>
          </a:r>
        </a:p>
      </dgm:t>
    </dgm:pt>
    <dgm:pt modelId="{EC52EF3C-F953-423B-A626-38A5C9F35358}" type="parTrans" cxnId="{BE1C70FD-5C18-47F8-AFFB-A1F0BF997B80}">
      <dgm:prSet/>
      <dgm:spPr/>
      <dgm:t>
        <a:bodyPr/>
        <a:lstStyle/>
        <a:p>
          <a:endParaRPr lang="en-US" sz="1500"/>
        </a:p>
      </dgm:t>
    </dgm:pt>
    <dgm:pt modelId="{2D572E80-67C1-48FD-831D-E4120ED97096}" type="sibTrans" cxnId="{BE1C70FD-5C18-47F8-AFFB-A1F0BF997B80}">
      <dgm:prSet/>
      <dgm:spPr/>
      <dgm:t>
        <a:bodyPr/>
        <a:lstStyle/>
        <a:p>
          <a:endParaRPr lang="en-US"/>
        </a:p>
      </dgm:t>
    </dgm:pt>
    <dgm:pt modelId="{A4A14B6E-6A8D-4438-B9A6-52717CFEEE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Revenue managers can use predicted cancellation probabilities to plan over booking levels for each arrival date in a more data driven way</a:t>
          </a:r>
        </a:p>
      </dgm:t>
    </dgm:pt>
    <dgm:pt modelId="{09936264-362B-47CD-8833-D9B8C12CE4B5}" type="parTrans" cxnId="{D0BE1807-E809-451D-84FA-FFF17E3E6C74}">
      <dgm:prSet/>
      <dgm:spPr/>
      <dgm:t>
        <a:bodyPr/>
        <a:lstStyle/>
        <a:p>
          <a:endParaRPr lang="en-US" sz="1500"/>
        </a:p>
      </dgm:t>
    </dgm:pt>
    <dgm:pt modelId="{8451CA75-4A9B-4CE7-B30F-266325FDCA17}" type="sibTrans" cxnId="{D0BE1807-E809-451D-84FA-FFF17E3E6C74}">
      <dgm:prSet/>
      <dgm:spPr/>
      <dgm:t>
        <a:bodyPr/>
        <a:lstStyle/>
        <a:p>
          <a:endParaRPr lang="en-US"/>
        </a:p>
      </dgm:t>
    </dgm:pt>
    <dgm:pt modelId="{D7203C8E-2467-416D-9B56-A418C9D99DA2}" type="pres">
      <dgm:prSet presAssocID="{AB622569-3613-446D-BDE0-5F88E900EDD3}" presName="root" presStyleCnt="0">
        <dgm:presLayoutVars>
          <dgm:dir/>
          <dgm:resizeHandles val="exact"/>
        </dgm:presLayoutVars>
      </dgm:prSet>
      <dgm:spPr/>
    </dgm:pt>
    <dgm:pt modelId="{8211360A-5418-43D4-BD8E-B9D1C4739A38}" type="pres">
      <dgm:prSet presAssocID="{EF4AED4F-F3AF-48AF-8921-B20ECAA6DE62}" presName="compNode" presStyleCnt="0"/>
      <dgm:spPr/>
    </dgm:pt>
    <dgm:pt modelId="{8171B75C-F6B8-46CA-8CA2-B61726ABDB3D}" type="pres">
      <dgm:prSet presAssocID="{EF4AED4F-F3AF-48AF-8921-B20ECAA6DE62}" presName="bgRect" presStyleLbl="bgShp" presStyleIdx="0" presStyleCnt="4"/>
      <dgm:spPr/>
    </dgm:pt>
    <dgm:pt modelId="{EC6C393C-B6B0-4FC7-80DF-B4D6E0F933A5}" type="pres">
      <dgm:prSet presAssocID="{EF4AED4F-F3AF-48AF-8921-B20ECAA6DE6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D4213074-25C3-4AE9-A85A-3C4E2AC7BA7C}" type="pres">
      <dgm:prSet presAssocID="{EF4AED4F-F3AF-48AF-8921-B20ECAA6DE62}" presName="spaceRect" presStyleCnt="0"/>
      <dgm:spPr/>
    </dgm:pt>
    <dgm:pt modelId="{A55AF771-C789-4181-B5A1-C8C215B50E45}" type="pres">
      <dgm:prSet presAssocID="{EF4AED4F-F3AF-48AF-8921-B20ECAA6DE62}" presName="parTx" presStyleLbl="revTx" presStyleIdx="0" presStyleCnt="4">
        <dgm:presLayoutVars>
          <dgm:chMax val="0"/>
          <dgm:chPref val="0"/>
        </dgm:presLayoutVars>
      </dgm:prSet>
      <dgm:spPr/>
    </dgm:pt>
    <dgm:pt modelId="{CAFF87C5-422E-4F10-8B83-7B7F02DF924A}" type="pres">
      <dgm:prSet presAssocID="{70D30DF5-6BE5-4594-942C-CF4893597697}" presName="sibTrans" presStyleCnt="0"/>
      <dgm:spPr/>
    </dgm:pt>
    <dgm:pt modelId="{3A33B400-51D8-4D89-831A-86798200B48C}" type="pres">
      <dgm:prSet presAssocID="{4E5FB914-E438-43DB-845A-EA57C2E5BCE8}" presName="compNode" presStyleCnt="0"/>
      <dgm:spPr/>
    </dgm:pt>
    <dgm:pt modelId="{887F4BC9-8F9D-4AB7-B988-2714889866A1}" type="pres">
      <dgm:prSet presAssocID="{4E5FB914-E438-43DB-845A-EA57C2E5BCE8}" presName="bgRect" presStyleLbl="bgShp" presStyleIdx="1" presStyleCnt="4"/>
      <dgm:spPr/>
    </dgm:pt>
    <dgm:pt modelId="{F070B594-78A5-4E49-97A3-44E622E412B5}" type="pres">
      <dgm:prSet presAssocID="{4E5FB914-E438-43DB-845A-EA57C2E5BCE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AAD15ADF-9C23-4C45-8D8C-B9197A2284BC}" type="pres">
      <dgm:prSet presAssocID="{4E5FB914-E438-43DB-845A-EA57C2E5BCE8}" presName="spaceRect" presStyleCnt="0"/>
      <dgm:spPr/>
    </dgm:pt>
    <dgm:pt modelId="{06141110-DAC1-4C0D-B0D8-D546DC2AD8AE}" type="pres">
      <dgm:prSet presAssocID="{4E5FB914-E438-43DB-845A-EA57C2E5BCE8}" presName="parTx" presStyleLbl="revTx" presStyleIdx="1" presStyleCnt="4">
        <dgm:presLayoutVars>
          <dgm:chMax val="0"/>
          <dgm:chPref val="0"/>
        </dgm:presLayoutVars>
      </dgm:prSet>
      <dgm:spPr/>
    </dgm:pt>
    <dgm:pt modelId="{1AE46518-2B20-4271-9229-9F920C654D9F}" type="pres">
      <dgm:prSet presAssocID="{65E49DB6-1769-4C1C-953E-6E74BBFC6EEC}" presName="sibTrans" presStyleCnt="0"/>
      <dgm:spPr/>
    </dgm:pt>
    <dgm:pt modelId="{ADDD0162-6617-4715-A84E-2641AE6FC697}" type="pres">
      <dgm:prSet presAssocID="{E588C9B9-9D29-42D9-AD52-61726AAF93D4}" presName="compNode" presStyleCnt="0"/>
      <dgm:spPr/>
    </dgm:pt>
    <dgm:pt modelId="{54AC8495-846D-4C49-A04B-527A70EC7105}" type="pres">
      <dgm:prSet presAssocID="{E588C9B9-9D29-42D9-AD52-61726AAF93D4}" presName="bgRect" presStyleLbl="bgShp" presStyleIdx="2" presStyleCnt="4"/>
      <dgm:spPr/>
    </dgm:pt>
    <dgm:pt modelId="{B84D81BF-1C46-4A86-8E80-2C49C0B0625D}" type="pres">
      <dgm:prSet presAssocID="{E588C9B9-9D29-42D9-AD52-61726AAF93D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97FDDDF2-42AB-47C8-9B11-4C6D8FBFD513}" type="pres">
      <dgm:prSet presAssocID="{E588C9B9-9D29-42D9-AD52-61726AAF93D4}" presName="spaceRect" presStyleCnt="0"/>
      <dgm:spPr/>
    </dgm:pt>
    <dgm:pt modelId="{10C01992-5E1F-49E0-830B-E703AFC8ACBD}" type="pres">
      <dgm:prSet presAssocID="{E588C9B9-9D29-42D9-AD52-61726AAF93D4}" presName="parTx" presStyleLbl="revTx" presStyleIdx="2" presStyleCnt="4">
        <dgm:presLayoutVars>
          <dgm:chMax val="0"/>
          <dgm:chPref val="0"/>
        </dgm:presLayoutVars>
      </dgm:prSet>
      <dgm:spPr/>
    </dgm:pt>
    <dgm:pt modelId="{4A006B27-CB31-4669-8768-A4DDD2A71688}" type="pres">
      <dgm:prSet presAssocID="{2D572E80-67C1-48FD-831D-E4120ED97096}" presName="sibTrans" presStyleCnt="0"/>
      <dgm:spPr/>
    </dgm:pt>
    <dgm:pt modelId="{C47AED89-374B-4EF2-A0AE-C22B65FA4E69}" type="pres">
      <dgm:prSet presAssocID="{A4A14B6E-6A8D-4438-B9A6-52717CFEEE75}" presName="compNode" presStyleCnt="0"/>
      <dgm:spPr/>
    </dgm:pt>
    <dgm:pt modelId="{CFD9E7B5-0DDA-4E23-AE3C-FEA77D4FDC1F}" type="pres">
      <dgm:prSet presAssocID="{A4A14B6E-6A8D-4438-B9A6-52717CFEEE75}" presName="bgRect" presStyleLbl="bgShp" presStyleIdx="3" presStyleCnt="4"/>
      <dgm:spPr/>
    </dgm:pt>
    <dgm:pt modelId="{BBBCF182-472C-44D9-AE95-55E8381948D3}" type="pres">
      <dgm:prSet presAssocID="{A4A14B6E-6A8D-4438-B9A6-52717CFEEE7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6B3A374-8832-4D80-BD81-808A670F929F}" type="pres">
      <dgm:prSet presAssocID="{A4A14B6E-6A8D-4438-B9A6-52717CFEEE75}" presName="spaceRect" presStyleCnt="0"/>
      <dgm:spPr/>
    </dgm:pt>
    <dgm:pt modelId="{52674B91-1CC5-47DF-9985-7062B9A8D5ED}" type="pres">
      <dgm:prSet presAssocID="{A4A14B6E-6A8D-4438-B9A6-52717CFEEE7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0BE1807-E809-451D-84FA-FFF17E3E6C74}" srcId="{AB622569-3613-446D-BDE0-5F88E900EDD3}" destId="{A4A14B6E-6A8D-4438-B9A6-52717CFEEE75}" srcOrd="3" destOrd="0" parTransId="{09936264-362B-47CD-8833-D9B8C12CE4B5}" sibTransId="{8451CA75-4A9B-4CE7-B30F-266325FDCA17}"/>
    <dgm:cxn modelId="{792B861C-5F1C-4E9F-A8D5-B36935B3DD70}" type="presOf" srcId="{E588C9B9-9D29-42D9-AD52-61726AAF93D4}" destId="{10C01992-5E1F-49E0-830B-E703AFC8ACBD}" srcOrd="0" destOrd="0" presId="urn:microsoft.com/office/officeart/2018/2/layout/IconVerticalSolidList"/>
    <dgm:cxn modelId="{C3DCF524-1442-44DD-99BC-823532CE1BAA}" type="presOf" srcId="{EF4AED4F-F3AF-48AF-8921-B20ECAA6DE62}" destId="{A55AF771-C789-4181-B5A1-C8C215B50E45}" srcOrd="0" destOrd="0" presId="urn:microsoft.com/office/officeart/2018/2/layout/IconVerticalSolidList"/>
    <dgm:cxn modelId="{7B37F730-8D8B-4561-9C35-2C49165B397E}" type="presOf" srcId="{AB622569-3613-446D-BDE0-5F88E900EDD3}" destId="{D7203C8E-2467-416D-9B56-A418C9D99DA2}" srcOrd="0" destOrd="0" presId="urn:microsoft.com/office/officeart/2018/2/layout/IconVerticalSolidList"/>
    <dgm:cxn modelId="{FB8C616F-8784-42B7-9AF5-44F273EBFDA8}" type="presOf" srcId="{4E5FB914-E438-43DB-845A-EA57C2E5BCE8}" destId="{06141110-DAC1-4C0D-B0D8-D546DC2AD8AE}" srcOrd="0" destOrd="0" presId="urn:microsoft.com/office/officeart/2018/2/layout/IconVerticalSolidList"/>
    <dgm:cxn modelId="{B15C3D56-D2AB-4D9A-A616-1DA95A5C0AD3}" type="presOf" srcId="{A4A14B6E-6A8D-4438-B9A6-52717CFEEE75}" destId="{52674B91-1CC5-47DF-9985-7062B9A8D5ED}" srcOrd="0" destOrd="0" presId="urn:microsoft.com/office/officeart/2018/2/layout/IconVerticalSolidList"/>
    <dgm:cxn modelId="{87F17995-7B1A-43DF-B046-393996C661BC}" srcId="{AB622569-3613-446D-BDE0-5F88E900EDD3}" destId="{EF4AED4F-F3AF-48AF-8921-B20ECAA6DE62}" srcOrd="0" destOrd="0" parTransId="{944C5F80-F536-4384-B156-87650D564185}" sibTransId="{70D30DF5-6BE5-4594-942C-CF4893597697}"/>
    <dgm:cxn modelId="{061616C1-2744-4108-A04A-42F76CC19C0F}" srcId="{AB622569-3613-446D-BDE0-5F88E900EDD3}" destId="{4E5FB914-E438-43DB-845A-EA57C2E5BCE8}" srcOrd="1" destOrd="0" parTransId="{E0665969-0878-4609-8945-F929FEE286D7}" sibTransId="{65E49DB6-1769-4C1C-953E-6E74BBFC6EEC}"/>
    <dgm:cxn modelId="{BE1C70FD-5C18-47F8-AFFB-A1F0BF997B80}" srcId="{AB622569-3613-446D-BDE0-5F88E900EDD3}" destId="{E588C9B9-9D29-42D9-AD52-61726AAF93D4}" srcOrd="2" destOrd="0" parTransId="{EC52EF3C-F953-423B-A626-38A5C9F35358}" sibTransId="{2D572E80-67C1-48FD-831D-E4120ED97096}"/>
    <dgm:cxn modelId="{896AB4CB-86BA-4F48-8CC3-32C6AD335943}" type="presParOf" srcId="{D7203C8E-2467-416D-9B56-A418C9D99DA2}" destId="{8211360A-5418-43D4-BD8E-B9D1C4739A38}" srcOrd="0" destOrd="0" presId="urn:microsoft.com/office/officeart/2018/2/layout/IconVerticalSolidList"/>
    <dgm:cxn modelId="{40FBD9C7-CDB4-487F-8F4E-6CB432957B9C}" type="presParOf" srcId="{8211360A-5418-43D4-BD8E-B9D1C4739A38}" destId="{8171B75C-F6B8-46CA-8CA2-B61726ABDB3D}" srcOrd="0" destOrd="0" presId="urn:microsoft.com/office/officeart/2018/2/layout/IconVerticalSolidList"/>
    <dgm:cxn modelId="{3E98FC94-F550-45B2-9CF0-8F20949CFF3F}" type="presParOf" srcId="{8211360A-5418-43D4-BD8E-B9D1C4739A38}" destId="{EC6C393C-B6B0-4FC7-80DF-B4D6E0F933A5}" srcOrd="1" destOrd="0" presId="urn:microsoft.com/office/officeart/2018/2/layout/IconVerticalSolidList"/>
    <dgm:cxn modelId="{548FFC79-5B61-48D8-A80A-5D5077C50F88}" type="presParOf" srcId="{8211360A-5418-43D4-BD8E-B9D1C4739A38}" destId="{D4213074-25C3-4AE9-A85A-3C4E2AC7BA7C}" srcOrd="2" destOrd="0" presId="urn:microsoft.com/office/officeart/2018/2/layout/IconVerticalSolidList"/>
    <dgm:cxn modelId="{E41CC7BB-34C8-4BC2-A813-866D70E94A01}" type="presParOf" srcId="{8211360A-5418-43D4-BD8E-B9D1C4739A38}" destId="{A55AF771-C789-4181-B5A1-C8C215B50E45}" srcOrd="3" destOrd="0" presId="urn:microsoft.com/office/officeart/2018/2/layout/IconVerticalSolidList"/>
    <dgm:cxn modelId="{1568B519-3D60-4AAF-B71B-4F50138072CB}" type="presParOf" srcId="{D7203C8E-2467-416D-9B56-A418C9D99DA2}" destId="{CAFF87C5-422E-4F10-8B83-7B7F02DF924A}" srcOrd="1" destOrd="0" presId="urn:microsoft.com/office/officeart/2018/2/layout/IconVerticalSolidList"/>
    <dgm:cxn modelId="{8F0E81B2-3256-4BFE-8B33-1F1ED7E34FA6}" type="presParOf" srcId="{D7203C8E-2467-416D-9B56-A418C9D99DA2}" destId="{3A33B400-51D8-4D89-831A-86798200B48C}" srcOrd="2" destOrd="0" presId="urn:microsoft.com/office/officeart/2018/2/layout/IconVerticalSolidList"/>
    <dgm:cxn modelId="{C7B10559-6ACC-4AC7-9C85-ED31BAA68CFF}" type="presParOf" srcId="{3A33B400-51D8-4D89-831A-86798200B48C}" destId="{887F4BC9-8F9D-4AB7-B988-2714889866A1}" srcOrd="0" destOrd="0" presId="urn:microsoft.com/office/officeart/2018/2/layout/IconVerticalSolidList"/>
    <dgm:cxn modelId="{91F52B28-0735-4F1F-8417-3413ABEF73B5}" type="presParOf" srcId="{3A33B400-51D8-4D89-831A-86798200B48C}" destId="{F070B594-78A5-4E49-97A3-44E622E412B5}" srcOrd="1" destOrd="0" presId="urn:microsoft.com/office/officeart/2018/2/layout/IconVerticalSolidList"/>
    <dgm:cxn modelId="{926FA4CE-56E6-4ACE-95FE-175CBE23F5D4}" type="presParOf" srcId="{3A33B400-51D8-4D89-831A-86798200B48C}" destId="{AAD15ADF-9C23-4C45-8D8C-B9197A2284BC}" srcOrd="2" destOrd="0" presId="urn:microsoft.com/office/officeart/2018/2/layout/IconVerticalSolidList"/>
    <dgm:cxn modelId="{26B0802D-96CA-41AE-8318-2C7C8138D7BA}" type="presParOf" srcId="{3A33B400-51D8-4D89-831A-86798200B48C}" destId="{06141110-DAC1-4C0D-B0D8-D546DC2AD8AE}" srcOrd="3" destOrd="0" presId="urn:microsoft.com/office/officeart/2018/2/layout/IconVerticalSolidList"/>
    <dgm:cxn modelId="{DE4C8881-C51C-4A6A-B0A6-ECB38524067A}" type="presParOf" srcId="{D7203C8E-2467-416D-9B56-A418C9D99DA2}" destId="{1AE46518-2B20-4271-9229-9F920C654D9F}" srcOrd="3" destOrd="0" presId="urn:microsoft.com/office/officeart/2018/2/layout/IconVerticalSolidList"/>
    <dgm:cxn modelId="{2E767DFC-8878-4EF9-9DFB-58770A2F4067}" type="presParOf" srcId="{D7203C8E-2467-416D-9B56-A418C9D99DA2}" destId="{ADDD0162-6617-4715-A84E-2641AE6FC697}" srcOrd="4" destOrd="0" presId="urn:microsoft.com/office/officeart/2018/2/layout/IconVerticalSolidList"/>
    <dgm:cxn modelId="{527B1583-A636-44D5-9BF7-EA1891AB8159}" type="presParOf" srcId="{ADDD0162-6617-4715-A84E-2641AE6FC697}" destId="{54AC8495-846D-4C49-A04B-527A70EC7105}" srcOrd="0" destOrd="0" presId="urn:microsoft.com/office/officeart/2018/2/layout/IconVerticalSolidList"/>
    <dgm:cxn modelId="{1C1E71DF-4021-4998-A960-CE134C674B6C}" type="presParOf" srcId="{ADDD0162-6617-4715-A84E-2641AE6FC697}" destId="{B84D81BF-1C46-4A86-8E80-2C49C0B0625D}" srcOrd="1" destOrd="0" presId="urn:microsoft.com/office/officeart/2018/2/layout/IconVerticalSolidList"/>
    <dgm:cxn modelId="{23A6E1B3-51FC-4BC7-9CF7-223B576F1687}" type="presParOf" srcId="{ADDD0162-6617-4715-A84E-2641AE6FC697}" destId="{97FDDDF2-42AB-47C8-9B11-4C6D8FBFD513}" srcOrd="2" destOrd="0" presId="urn:microsoft.com/office/officeart/2018/2/layout/IconVerticalSolidList"/>
    <dgm:cxn modelId="{FE6D48A7-C29E-4213-A6E2-2E5F69808D0F}" type="presParOf" srcId="{ADDD0162-6617-4715-A84E-2641AE6FC697}" destId="{10C01992-5E1F-49E0-830B-E703AFC8ACBD}" srcOrd="3" destOrd="0" presId="urn:microsoft.com/office/officeart/2018/2/layout/IconVerticalSolidList"/>
    <dgm:cxn modelId="{E8C87F7E-8415-4D3E-B303-5CBFB40401C8}" type="presParOf" srcId="{D7203C8E-2467-416D-9B56-A418C9D99DA2}" destId="{4A006B27-CB31-4669-8768-A4DDD2A71688}" srcOrd="5" destOrd="0" presId="urn:microsoft.com/office/officeart/2018/2/layout/IconVerticalSolidList"/>
    <dgm:cxn modelId="{424FE820-F729-4343-926A-DA0AE729CDDE}" type="presParOf" srcId="{D7203C8E-2467-416D-9B56-A418C9D99DA2}" destId="{C47AED89-374B-4EF2-A0AE-C22B65FA4E69}" srcOrd="6" destOrd="0" presId="urn:microsoft.com/office/officeart/2018/2/layout/IconVerticalSolidList"/>
    <dgm:cxn modelId="{2F9D76F4-C8A1-4F2A-991C-7A6863FF5EB8}" type="presParOf" srcId="{C47AED89-374B-4EF2-A0AE-C22B65FA4E69}" destId="{CFD9E7B5-0DDA-4E23-AE3C-FEA77D4FDC1F}" srcOrd="0" destOrd="0" presId="urn:microsoft.com/office/officeart/2018/2/layout/IconVerticalSolidList"/>
    <dgm:cxn modelId="{FDADA339-624B-40D2-8D2E-163AEFF3FC9A}" type="presParOf" srcId="{C47AED89-374B-4EF2-A0AE-C22B65FA4E69}" destId="{BBBCF182-472C-44D9-AE95-55E8381948D3}" srcOrd="1" destOrd="0" presId="urn:microsoft.com/office/officeart/2018/2/layout/IconVerticalSolidList"/>
    <dgm:cxn modelId="{3BEBB5BE-1EAE-40DF-9CBF-1DD64B577B74}" type="presParOf" srcId="{C47AED89-374B-4EF2-A0AE-C22B65FA4E69}" destId="{E6B3A374-8832-4D80-BD81-808A670F929F}" srcOrd="2" destOrd="0" presId="urn:microsoft.com/office/officeart/2018/2/layout/IconVerticalSolidList"/>
    <dgm:cxn modelId="{4CD79285-8308-4125-9884-67797E3487B1}" type="presParOf" srcId="{C47AED89-374B-4EF2-A0AE-C22B65FA4E69}" destId="{52674B91-1CC5-47DF-9985-7062B9A8D5E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B622569-3613-446D-BDE0-5F88E900EDD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F4AED4F-F3AF-48AF-8921-B20ECAA6DE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Reservations staff can focus extra confirmation messages or deposit requests on bookings that the model marks as medium or high risk</a:t>
          </a:r>
        </a:p>
      </dgm:t>
    </dgm:pt>
    <dgm:pt modelId="{944C5F80-F536-4384-B156-87650D564185}" type="parTrans" cxnId="{87F17995-7B1A-43DF-B046-393996C661BC}">
      <dgm:prSet/>
      <dgm:spPr/>
      <dgm:t>
        <a:bodyPr/>
        <a:lstStyle/>
        <a:p>
          <a:endParaRPr lang="en-US" sz="1500"/>
        </a:p>
      </dgm:t>
    </dgm:pt>
    <dgm:pt modelId="{70D30DF5-6BE5-4594-942C-CF4893597697}" type="sibTrans" cxnId="{87F17995-7B1A-43DF-B046-393996C661BC}">
      <dgm:prSet/>
      <dgm:spPr/>
      <dgm:t>
        <a:bodyPr/>
        <a:lstStyle/>
        <a:p>
          <a:endParaRPr lang="en-US"/>
        </a:p>
      </dgm:t>
    </dgm:pt>
    <dgm:pt modelId="{4E5FB914-E438-43DB-845A-EA57C2E5BC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Managers can monitor the overall distribution of predicted risk for upcoming dates and adjust pricing and marketing actions if many bookings look risky</a:t>
          </a:r>
        </a:p>
      </dgm:t>
    </dgm:pt>
    <dgm:pt modelId="{E0665969-0878-4609-8945-F929FEE286D7}" type="parTrans" cxnId="{061616C1-2744-4108-A04A-42F76CC19C0F}">
      <dgm:prSet/>
      <dgm:spPr/>
      <dgm:t>
        <a:bodyPr/>
        <a:lstStyle/>
        <a:p>
          <a:endParaRPr lang="en-US" sz="1500"/>
        </a:p>
      </dgm:t>
    </dgm:pt>
    <dgm:pt modelId="{65E49DB6-1769-4C1C-953E-6E74BBFC6EEC}" type="sibTrans" cxnId="{061616C1-2744-4108-A04A-42F76CC19C0F}">
      <dgm:prSet/>
      <dgm:spPr/>
      <dgm:t>
        <a:bodyPr/>
        <a:lstStyle/>
        <a:p>
          <a:endParaRPr lang="en-US"/>
        </a:p>
      </dgm:t>
    </dgm:pt>
    <dgm:pt modelId="{E588C9B9-9D29-42D9-AD52-61726AAF93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model should be retrained on newer data at regular intervals, for example once per year or when booking patterns change, to keep performance stable and relevant</a:t>
          </a:r>
        </a:p>
      </dgm:t>
    </dgm:pt>
    <dgm:pt modelId="{EC52EF3C-F953-423B-A626-38A5C9F35358}" type="parTrans" cxnId="{BE1C70FD-5C18-47F8-AFFB-A1F0BF997B80}">
      <dgm:prSet/>
      <dgm:spPr/>
      <dgm:t>
        <a:bodyPr/>
        <a:lstStyle/>
        <a:p>
          <a:endParaRPr lang="en-US" sz="1500"/>
        </a:p>
      </dgm:t>
    </dgm:pt>
    <dgm:pt modelId="{2D572E80-67C1-48FD-831D-E4120ED97096}" type="sibTrans" cxnId="{BE1C70FD-5C18-47F8-AFFB-A1F0BF997B80}">
      <dgm:prSet/>
      <dgm:spPr/>
      <dgm:t>
        <a:bodyPr/>
        <a:lstStyle/>
        <a:p>
          <a:endParaRPr lang="en-US"/>
        </a:p>
      </dgm:t>
    </dgm:pt>
    <dgm:pt modelId="{C3610CC2-F462-4612-9493-5B43F9A17AC8}" type="pres">
      <dgm:prSet presAssocID="{AB622569-3613-446D-BDE0-5F88E900EDD3}" presName="root" presStyleCnt="0">
        <dgm:presLayoutVars>
          <dgm:dir/>
          <dgm:resizeHandles val="exact"/>
        </dgm:presLayoutVars>
      </dgm:prSet>
      <dgm:spPr/>
    </dgm:pt>
    <dgm:pt modelId="{B8A9DA22-D40D-4FEE-B618-9A3180F2E0C8}" type="pres">
      <dgm:prSet presAssocID="{EF4AED4F-F3AF-48AF-8921-B20ECAA6DE62}" presName="compNode" presStyleCnt="0"/>
      <dgm:spPr/>
    </dgm:pt>
    <dgm:pt modelId="{46300714-48E9-4F2E-9A6E-531E64E5EEED}" type="pres">
      <dgm:prSet presAssocID="{EF4AED4F-F3AF-48AF-8921-B20ECAA6DE62}" presName="bgRect" presStyleLbl="bgShp" presStyleIdx="0" presStyleCnt="3"/>
      <dgm:spPr/>
    </dgm:pt>
    <dgm:pt modelId="{746110F1-2886-4A83-B5FB-41EBA9BEF4BE}" type="pres">
      <dgm:prSet presAssocID="{EF4AED4F-F3AF-48AF-8921-B20ECAA6DE6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4C7EFF05-EE84-4928-90DC-C1BEAC36BCA8}" type="pres">
      <dgm:prSet presAssocID="{EF4AED4F-F3AF-48AF-8921-B20ECAA6DE62}" presName="spaceRect" presStyleCnt="0"/>
      <dgm:spPr/>
    </dgm:pt>
    <dgm:pt modelId="{BB685F69-AC56-43D0-9346-96292BC940A7}" type="pres">
      <dgm:prSet presAssocID="{EF4AED4F-F3AF-48AF-8921-B20ECAA6DE62}" presName="parTx" presStyleLbl="revTx" presStyleIdx="0" presStyleCnt="3">
        <dgm:presLayoutVars>
          <dgm:chMax val="0"/>
          <dgm:chPref val="0"/>
        </dgm:presLayoutVars>
      </dgm:prSet>
      <dgm:spPr/>
    </dgm:pt>
    <dgm:pt modelId="{6909016D-8BB2-410A-8B2E-37E63A69E5B8}" type="pres">
      <dgm:prSet presAssocID="{70D30DF5-6BE5-4594-942C-CF4893597697}" presName="sibTrans" presStyleCnt="0"/>
      <dgm:spPr/>
    </dgm:pt>
    <dgm:pt modelId="{01A03AA5-3229-4227-9263-E81BFE63DAA7}" type="pres">
      <dgm:prSet presAssocID="{4E5FB914-E438-43DB-845A-EA57C2E5BCE8}" presName="compNode" presStyleCnt="0"/>
      <dgm:spPr/>
    </dgm:pt>
    <dgm:pt modelId="{4FACC100-EB9F-425E-AFBD-43B74F94EFC6}" type="pres">
      <dgm:prSet presAssocID="{4E5FB914-E438-43DB-845A-EA57C2E5BCE8}" presName="bgRect" presStyleLbl="bgShp" presStyleIdx="1" presStyleCnt="3"/>
      <dgm:spPr/>
    </dgm:pt>
    <dgm:pt modelId="{ED0071F6-B015-4A4D-9CD4-C6AE3E4DA2AF}" type="pres">
      <dgm:prSet presAssocID="{4E5FB914-E438-43DB-845A-EA57C2E5BCE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F2EFE9D-4AAF-4ACE-9874-7D8FC32CFB03}" type="pres">
      <dgm:prSet presAssocID="{4E5FB914-E438-43DB-845A-EA57C2E5BCE8}" presName="spaceRect" presStyleCnt="0"/>
      <dgm:spPr/>
    </dgm:pt>
    <dgm:pt modelId="{9B59429B-D9FB-447B-961E-4B148507194E}" type="pres">
      <dgm:prSet presAssocID="{4E5FB914-E438-43DB-845A-EA57C2E5BCE8}" presName="parTx" presStyleLbl="revTx" presStyleIdx="1" presStyleCnt="3">
        <dgm:presLayoutVars>
          <dgm:chMax val="0"/>
          <dgm:chPref val="0"/>
        </dgm:presLayoutVars>
      </dgm:prSet>
      <dgm:spPr/>
    </dgm:pt>
    <dgm:pt modelId="{5A50D445-A57A-41FC-BC4E-679259DB69B6}" type="pres">
      <dgm:prSet presAssocID="{65E49DB6-1769-4C1C-953E-6E74BBFC6EEC}" presName="sibTrans" presStyleCnt="0"/>
      <dgm:spPr/>
    </dgm:pt>
    <dgm:pt modelId="{08BCCB51-5D5F-4214-B7BB-E03F48A3E255}" type="pres">
      <dgm:prSet presAssocID="{E588C9B9-9D29-42D9-AD52-61726AAF93D4}" presName="compNode" presStyleCnt="0"/>
      <dgm:spPr/>
    </dgm:pt>
    <dgm:pt modelId="{E7AFA644-59AA-4521-9A22-427653D6E7E7}" type="pres">
      <dgm:prSet presAssocID="{E588C9B9-9D29-42D9-AD52-61726AAF93D4}" presName="bgRect" presStyleLbl="bgShp" presStyleIdx="2" presStyleCnt="3"/>
      <dgm:spPr/>
    </dgm:pt>
    <dgm:pt modelId="{D1287B31-A34C-40DF-910F-19CE195A84A9}" type="pres">
      <dgm:prSet presAssocID="{E588C9B9-9D29-42D9-AD52-61726AAF93D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Pie Chart"/>
        </a:ext>
      </dgm:extLst>
    </dgm:pt>
    <dgm:pt modelId="{99D4783E-6E9F-4955-9917-7B3C42DA2C9D}" type="pres">
      <dgm:prSet presAssocID="{E588C9B9-9D29-42D9-AD52-61726AAF93D4}" presName="spaceRect" presStyleCnt="0"/>
      <dgm:spPr/>
    </dgm:pt>
    <dgm:pt modelId="{8619BDC4-DB19-427F-8ED4-37EF95BC863F}" type="pres">
      <dgm:prSet presAssocID="{E588C9B9-9D29-42D9-AD52-61726AAF93D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784A17E-40BE-48CF-8455-A073420B1D9C}" type="presOf" srcId="{EF4AED4F-F3AF-48AF-8921-B20ECAA6DE62}" destId="{BB685F69-AC56-43D0-9346-96292BC940A7}" srcOrd="0" destOrd="0" presId="urn:microsoft.com/office/officeart/2018/2/layout/IconVerticalSolidList"/>
    <dgm:cxn modelId="{83024789-010C-4E08-86BA-B8F3E17F98B8}" type="presOf" srcId="{AB622569-3613-446D-BDE0-5F88E900EDD3}" destId="{C3610CC2-F462-4612-9493-5B43F9A17AC8}" srcOrd="0" destOrd="0" presId="urn:microsoft.com/office/officeart/2018/2/layout/IconVerticalSolidList"/>
    <dgm:cxn modelId="{87F17995-7B1A-43DF-B046-393996C661BC}" srcId="{AB622569-3613-446D-BDE0-5F88E900EDD3}" destId="{EF4AED4F-F3AF-48AF-8921-B20ECAA6DE62}" srcOrd="0" destOrd="0" parTransId="{944C5F80-F536-4384-B156-87650D564185}" sibTransId="{70D30DF5-6BE5-4594-942C-CF4893597697}"/>
    <dgm:cxn modelId="{C0393D9F-9D7D-4F06-A128-58AA71273137}" type="presOf" srcId="{E588C9B9-9D29-42D9-AD52-61726AAF93D4}" destId="{8619BDC4-DB19-427F-8ED4-37EF95BC863F}" srcOrd="0" destOrd="0" presId="urn:microsoft.com/office/officeart/2018/2/layout/IconVerticalSolidList"/>
    <dgm:cxn modelId="{95B871BF-1C9B-4869-86AD-960E83E1505D}" type="presOf" srcId="{4E5FB914-E438-43DB-845A-EA57C2E5BCE8}" destId="{9B59429B-D9FB-447B-961E-4B148507194E}" srcOrd="0" destOrd="0" presId="urn:microsoft.com/office/officeart/2018/2/layout/IconVerticalSolidList"/>
    <dgm:cxn modelId="{061616C1-2744-4108-A04A-42F76CC19C0F}" srcId="{AB622569-3613-446D-BDE0-5F88E900EDD3}" destId="{4E5FB914-E438-43DB-845A-EA57C2E5BCE8}" srcOrd="1" destOrd="0" parTransId="{E0665969-0878-4609-8945-F929FEE286D7}" sibTransId="{65E49DB6-1769-4C1C-953E-6E74BBFC6EEC}"/>
    <dgm:cxn modelId="{BE1C70FD-5C18-47F8-AFFB-A1F0BF997B80}" srcId="{AB622569-3613-446D-BDE0-5F88E900EDD3}" destId="{E588C9B9-9D29-42D9-AD52-61726AAF93D4}" srcOrd="2" destOrd="0" parTransId="{EC52EF3C-F953-423B-A626-38A5C9F35358}" sibTransId="{2D572E80-67C1-48FD-831D-E4120ED97096}"/>
    <dgm:cxn modelId="{4B331BBC-6FAF-4DDD-9FE0-7944CCF13A46}" type="presParOf" srcId="{C3610CC2-F462-4612-9493-5B43F9A17AC8}" destId="{B8A9DA22-D40D-4FEE-B618-9A3180F2E0C8}" srcOrd="0" destOrd="0" presId="urn:microsoft.com/office/officeart/2018/2/layout/IconVerticalSolidList"/>
    <dgm:cxn modelId="{88BB275D-4F8E-4A51-89A3-4B46C48411D6}" type="presParOf" srcId="{B8A9DA22-D40D-4FEE-B618-9A3180F2E0C8}" destId="{46300714-48E9-4F2E-9A6E-531E64E5EEED}" srcOrd="0" destOrd="0" presId="urn:microsoft.com/office/officeart/2018/2/layout/IconVerticalSolidList"/>
    <dgm:cxn modelId="{070FD125-C26C-4CEB-942D-984DCC9D57E4}" type="presParOf" srcId="{B8A9DA22-D40D-4FEE-B618-9A3180F2E0C8}" destId="{746110F1-2886-4A83-B5FB-41EBA9BEF4BE}" srcOrd="1" destOrd="0" presId="urn:microsoft.com/office/officeart/2018/2/layout/IconVerticalSolidList"/>
    <dgm:cxn modelId="{56D33D82-2DDF-4AF5-BF48-F618E23389B8}" type="presParOf" srcId="{B8A9DA22-D40D-4FEE-B618-9A3180F2E0C8}" destId="{4C7EFF05-EE84-4928-90DC-C1BEAC36BCA8}" srcOrd="2" destOrd="0" presId="urn:microsoft.com/office/officeart/2018/2/layout/IconVerticalSolidList"/>
    <dgm:cxn modelId="{53D56E47-70EB-4684-84A1-E1BFE306CAD2}" type="presParOf" srcId="{B8A9DA22-D40D-4FEE-B618-9A3180F2E0C8}" destId="{BB685F69-AC56-43D0-9346-96292BC940A7}" srcOrd="3" destOrd="0" presId="urn:microsoft.com/office/officeart/2018/2/layout/IconVerticalSolidList"/>
    <dgm:cxn modelId="{CCE7243B-7DBB-49E7-BE35-DC3600B75C7C}" type="presParOf" srcId="{C3610CC2-F462-4612-9493-5B43F9A17AC8}" destId="{6909016D-8BB2-410A-8B2E-37E63A69E5B8}" srcOrd="1" destOrd="0" presId="urn:microsoft.com/office/officeart/2018/2/layout/IconVerticalSolidList"/>
    <dgm:cxn modelId="{3B872656-C8EF-42CA-A41C-3FAF2AE8F983}" type="presParOf" srcId="{C3610CC2-F462-4612-9493-5B43F9A17AC8}" destId="{01A03AA5-3229-4227-9263-E81BFE63DAA7}" srcOrd="2" destOrd="0" presId="urn:microsoft.com/office/officeart/2018/2/layout/IconVerticalSolidList"/>
    <dgm:cxn modelId="{5E11616D-CA9A-4363-8168-3AFA27023B5E}" type="presParOf" srcId="{01A03AA5-3229-4227-9263-E81BFE63DAA7}" destId="{4FACC100-EB9F-425E-AFBD-43B74F94EFC6}" srcOrd="0" destOrd="0" presId="urn:microsoft.com/office/officeart/2018/2/layout/IconVerticalSolidList"/>
    <dgm:cxn modelId="{11DD2F94-C75D-4D63-A1E1-2B4E93E6C0D8}" type="presParOf" srcId="{01A03AA5-3229-4227-9263-E81BFE63DAA7}" destId="{ED0071F6-B015-4A4D-9CD4-C6AE3E4DA2AF}" srcOrd="1" destOrd="0" presId="urn:microsoft.com/office/officeart/2018/2/layout/IconVerticalSolidList"/>
    <dgm:cxn modelId="{6F2968EE-4E46-4E8B-BEDF-A938389BB7D2}" type="presParOf" srcId="{01A03AA5-3229-4227-9263-E81BFE63DAA7}" destId="{4F2EFE9D-4AAF-4ACE-9874-7D8FC32CFB03}" srcOrd="2" destOrd="0" presId="urn:microsoft.com/office/officeart/2018/2/layout/IconVerticalSolidList"/>
    <dgm:cxn modelId="{73461CF8-DAFF-4218-8E65-E2AF19F0C622}" type="presParOf" srcId="{01A03AA5-3229-4227-9263-E81BFE63DAA7}" destId="{9B59429B-D9FB-447B-961E-4B148507194E}" srcOrd="3" destOrd="0" presId="urn:microsoft.com/office/officeart/2018/2/layout/IconVerticalSolidList"/>
    <dgm:cxn modelId="{03D94300-C2DD-4751-9C72-D91C7E87A526}" type="presParOf" srcId="{C3610CC2-F462-4612-9493-5B43F9A17AC8}" destId="{5A50D445-A57A-41FC-BC4E-679259DB69B6}" srcOrd="3" destOrd="0" presId="urn:microsoft.com/office/officeart/2018/2/layout/IconVerticalSolidList"/>
    <dgm:cxn modelId="{3B5FAF00-A651-417D-9A1F-248C45BE95C0}" type="presParOf" srcId="{C3610CC2-F462-4612-9493-5B43F9A17AC8}" destId="{08BCCB51-5D5F-4214-B7BB-E03F48A3E255}" srcOrd="4" destOrd="0" presId="urn:microsoft.com/office/officeart/2018/2/layout/IconVerticalSolidList"/>
    <dgm:cxn modelId="{08C97CB3-9135-436E-94EB-54DB11BD48EB}" type="presParOf" srcId="{08BCCB51-5D5F-4214-B7BB-E03F48A3E255}" destId="{E7AFA644-59AA-4521-9A22-427653D6E7E7}" srcOrd="0" destOrd="0" presId="urn:microsoft.com/office/officeart/2018/2/layout/IconVerticalSolidList"/>
    <dgm:cxn modelId="{223D6320-15A7-4AC9-BC69-02E3F974007F}" type="presParOf" srcId="{08BCCB51-5D5F-4214-B7BB-E03F48A3E255}" destId="{D1287B31-A34C-40DF-910F-19CE195A84A9}" srcOrd="1" destOrd="0" presId="urn:microsoft.com/office/officeart/2018/2/layout/IconVerticalSolidList"/>
    <dgm:cxn modelId="{386E59DC-510A-4E4D-B158-73DA7B8DBBC8}" type="presParOf" srcId="{08BCCB51-5D5F-4214-B7BB-E03F48A3E255}" destId="{99D4783E-6E9F-4955-9917-7B3C42DA2C9D}" srcOrd="2" destOrd="0" presId="urn:microsoft.com/office/officeart/2018/2/layout/IconVerticalSolidList"/>
    <dgm:cxn modelId="{59F954B1-7755-4CD3-AADF-78D5ECA4BD39}" type="presParOf" srcId="{08BCCB51-5D5F-4214-B7BB-E03F48A3E255}" destId="{8619BDC4-DB19-427F-8ED4-37EF95BC863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97AB66-7879-41CC-8EA4-DF64E4ECEFB9}">
      <dsp:nvSpPr>
        <dsp:cNvPr id="0" name=""/>
        <dsp:cNvSpPr/>
      </dsp:nvSpPr>
      <dsp:spPr>
        <a:xfrm>
          <a:off x="0" y="0"/>
          <a:ext cx="540085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262828-FEEC-4C5D-98EB-D8D07442F3F4}">
      <dsp:nvSpPr>
        <dsp:cNvPr id="0" name=""/>
        <dsp:cNvSpPr/>
      </dsp:nvSpPr>
      <dsp:spPr>
        <a:xfrm>
          <a:off x="0" y="0"/>
          <a:ext cx="5400858" cy="2852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2">
                  <a:lumMod val="60000"/>
                  <a:lumOff val="40000"/>
                </a:schemeClr>
              </a:solidFill>
            </a:rPr>
            <a:t>Why hotel cancellations are a serious problem?</a:t>
          </a:r>
          <a:br>
            <a:rPr lang="en-US" sz="1800" b="1" kern="1200">
              <a:solidFill>
                <a:schemeClr val="tx2">
                  <a:lumMod val="60000"/>
                  <a:lumOff val="40000"/>
                </a:schemeClr>
              </a:solidFill>
            </a:rPr>
          </a:br>
          <a:r>
            <a:rPr lang="en-US" sz="1800" b="1" kern="1200">
              <a:solidFill>
                <a:schemeClr val="tx2">
                  <a:lumMod val="60000"/>
                  <a:lumOff val="40000"/>
                </a:schemeClr>
              </a:solidFill>
            </a:rPr>
            <a:t>- </a:t>
          </a:r>
          <a:r>
            <a:rPr lang="en-US" sz="1800" kern="1200">
              <a:solidFill>
                <a:schemeClr val="tx2">
                  <a:lumMod val="60000"/>
                  <a:lumOff val="40000"/>
                </a:schemeClr>
              </a:solidFill>
            </a:rPr>
            <a:t>Cancellations create empty rooms and direct revenue loss</a:t>
          </a:r>
          <a:br>
            <a:rPr lang="en-US" sz="1800" kern="1200">
              <a:solidFill>
                <a:schemeClr val="tx2">
                  <a:lumMod val="60000"/>
                  <a:lumOff val="40000"/>
                </a:schemeClr>
              </a:solidFill>
            </a:rPr>
          </a:br>
          <a:r>
            <a:rPr lang="en-US" sz="1800" b="1" kern="1200">
              <a:solidFill>
                <a:schemeClr val="tx2">
                  <a:lumMod val="60000"/>
                  <a:lumOff val="40000"/>
                </a:schemeClr>
              </a:solidFill>
            </a:rPr>
            <a:t>- </a:t>
          </a:r>
          <a:r>
            <a:rPr lang="en-US" sz="1800" kern="1200">
              <a:solidFill>
                <a:schemeClr val="tx2">
                  <a:lumMod val="60000"/>
                  <a:lumOff val="40000"/>
                </a:schemeClr>
              </a:solidFill>
            </a:rPr>
            <a:t>Last minute cancellations are the most damaging because the room is hard to resell</a:t>
          </a:r>
          <a:br>
            <a:rPr lang="en-US" sz="1800" kern="1200">
              <a:solidFill>
                <a:schemeClr val="tx2">
                  <a:lumMod val="60000"/>
                  <a:lumOff val="40000"/>
                </a:schemeClr>
              </a:solidFill>
            </a:rPr>
          </a:br>
          <a:r>
            <a:rPr lang="en-US" sz="1800" b="1" kern="1200">
              <a:solidFill>
                <a:schemeClr val="tx2">
                  <a:lumMod val="60000"/>
                  <a:lumOff val="40000"/>
                </a:schemeClr>
              </a:solidFill>
            </a:rPr>
            <a:t>-</a:t>
          </a:r>
          <a:r>
            <a:rPr lang="en-US" sz="1800" kern="1200">
              <a:solidFill>
                <a:schemeClr val="tx2">
                  <a:lumMod val="60000"/>
                  <a:lumOff val="40000"/>
                </a:schemeClr>
              </a:solidFill>
            </a:rPr>
            <a:t> Over booking can protect revenue but can also hurt guest experience if too aggressive</a:t>
          </a:r>
          <a:br>
            <a:rPr lang="en-US" sz="1800" kern="1200">
              <a:solidFill>
                <a:schemeClr val="tx2">
                  <a:lumMod val="60000"/>
                  <a:lumOff val="40000"/>
                </a:schemeClr>
              </a:solidFill>
            </a:rPr>
          </a:br>
          <a:r>
            <a:rPr lang="en-US" sz="1800" b="1" kern="1200">
              <a:solidFill>
                <a:schemeClr val="tx2">
                  <a:lumMod val="60000"/>
                  <a:lumOff val="40000"/>
                </a:schemeClr>
              </a:solidFill>
            </a:rPr>
            <a:t>-</a:t>
          </a:r>
          <a:r>
            <a:rPr lang="en-US" sz="1800" kern="1200">
              <a:solidFill>
                <a:schemeClr val="tx2">
                  <a:lumMod val="60000"/>
                  <a:lumOff val="40000"/>
                </a:schemeClr>
              </a:solidFill>
            </a:rPr>
            <a:t> A smart prediction model can help the hotel strike a better balance between revenue and service quality</a:t>
          </a:r>
        </a:p>
      </dsp:txBody>
      <dsp:txXfrm>
        <a:off x="0" y="0"/>
        <a:ext cx="5400858" cy="2852507"/>
      </dsp:txXfrm>
    </dsp:sp>
    <dsp:sp modelId="{140C8A4B-909F-49EC-A1AB-1ED0262BAA76}">
      <dsp:nvSpPr>
        <dsp:cNvPr id="0" name=""/>
        <dsp:cNvSpPr/>
      </dsp:nvSpPr>
      <dsp:spPr>
        <a:xfrm>
          <a:off x="0" y="2852507"/>
          <a:ext cx="540085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DF98E-46B2-40E9-886A-1B27BF41EE88}">
      <dsp:nvSpPr>
        <dsp:cNvPr id="0" name=""/>
        <dsp:cNvSpPr/>
      </dsp:nvSpPr>
      <dsp:spPr>
        <a:xfrm>
          <a:off x="0" y="2852507"/>
          <a:ext cx="5400858" cy="2852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chemeClr val="tx2">
                  <a:lumMod val="60000"/>
                  <a:lumOff val="40000"/>
                </a:schemeClr>
              </a:solidFill>
            </a:rPr>
            <a:t>Our Question</a:t>
          </a:r>
          <a:br>
            <a:rPr lang="en-US" sz="1800" b="1" kern="1200">
              <a:solidFill>
                <a:schemeClr val="tx2">
                  <a:lumMod val="60000"/>
                  <a:lumOff val="40000"/>
                </a:schemeClr>
              </a:solidFill>
            </a:rPr>
          </a:br>
          <a:r>
            <a:rPr lang="en-US" sz="1800" b="1" kern="1200">
              <a:solidFill>
                <a:schemeClr val="tx2">
                  <a:lumMod val="60000"/>
                  <a:lumOff val="40000"/>
                </a:schemeClr>
              </a:solidFill>
            </a:rPr>
            <a:t>- </a:t>
          </a:r>
          <a:r>
            <a:rPr lang="en-US" sz="1800" kern="1200">
              <a:solidFill>
                <a:schemeClr val="tx2">
                  <a:lumMod val="60000"/>
                  <a:lumOff val="40000"/>
                </a:schemeClr>
              </a:solidFill>
            </a:rPr>
            <a:t>Can we predict at booking time whether a reservation is likely to cancel</a:t>
          </a:r>
          <a:r>
            <a:rPr lang="en-US" sz="1800" kern="1200">
              <a:solidFill>
                <a:schemeClr val="tx2">
                  <a:lumMod val="60000"/>
                  <a:lumOff val="40000"/>
                </a:schemeClr>
              </a:solidFill>
              <a:latin typeface="Footlight MT Light"/>
            </a:rPr>
            <a:t> ?</a:t>
          </a:r>
          <a:endParaRPr lang="en-US" sz="1800" kern="1200">
            <a:solidFill>
              <a:schemeClr val="tx2">
                <a:lumMod val="60000"/>
                <a:lumOff val="40000"/>
              </a:schemeClr>
            </a:solidFill>
          </a:endParaRPr>
        </a:p>
      </dsp:txBody>
      <dsp:txXfrm>
        <a:off x="0" y="2852507"/>
        <a:ext cx="5400858" cy="28525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D9D425-7D0C-467E-BB0A-0810241B30E1}">
      <dsp:nvSpPr>
        <dsp:cNvPr id="0" name=""/>
        <dsp:cNvSpPr/>
      </dsp:nvSpPr>
      <dsp:spPr>
        <a:xfrm>
          <a:off x="0" y="696"/>
          <a:ext cx="540085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CDA56D-5C6F-47D0-BE0A-39C273E5669A}">
      <dsp:nvSpPr>
        <dsp:cNvPr id="0" name=""/>
        <dsp:cNvSpPr/>
      </dsp:nvSpPr>
      <dsp:spPr>
        <a:xfrm>
          <a:off x="0" y="696"/>
          <a:ext cx="5400858" cy="1140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solidFill>
                <a:schemeClr val="tx2">
                  <a:lumMod val="60000"/>
                  <a:lumOff val="40000"/>
                </a:schemeClr>
              </a:solidFill>
            </a:rPr>
            <a:t>Data Source - </a:t>
          </a:r>
          <a:r>
            <a:rPr lang="en-US" sz="1700" i="1" kern="1200">
              <a:solidFill>
                <a:schemeClr val="tx2">
                  <a:lumMod val="60000"/>
                  <a:lumOff val="40000"/>
                </a:schemeClr>
              </a:solidFill>
            </a:rPr>
            <a:t>Hotel Booking Demand</a:t>
          </a:r>
          <a:r>
            <a:rPr lang="en-US" sz="1700" kern="1200">
              <a:solidFill>
                <a:schemeClr val="tx2">
                  <a:lumMod val="60000"/>
                  <a:lumOff val="40000"/>
                </a:schemeClr>
              </a:solidFill>
            </a:rPr>
            <a:t> data set from </a:t>
          </a:r>
          <a:r>
            <a:rPr lang="en-US" sz="1700" kern="1200">
              <a:solidFill>
                <a:schemeClr val="tx2">
                  <a:lumMod val="60000"/>
                  <a:lumOff val="40000"/>
                </a:schemeClr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Kaggle</a:t>
          </a:r>
          <a:r>
            <a:rPr lang="en-US" sz="1700" kern="1200">
              <a:solidFill>
                <a:schemeClr val="tx2">
                  <a:lumMod val="60000"/>
                  <a:lumOff val="40000"/>
                </a:schemeClr>
              </a:solidFill>
            </a:rPr>
            <a:t> created by </a:t>
          </a:r>
          <a:r>
            <a:rPr lang="en-US" sz="1700" i="1" kern="1200">
              <a:solidFill>
                <a:schemeClr val="tx2">
                  <a:lumMod val="60000"/>
                  <a:lumOff val="40000"/>
                </a:schemeClr>
              </a:solidFill>
            </a:rPr>
            <a:t>Jesse </a:t>
          </a:r>
          <a:r>
            <a:rPr lang="en-US" sz="1700" i="1" kern="1200" err="1">
              <a:solidFill>
                <a:schemeClr val="tx2">
                  <a:lumMod val="60000"/>
                  <a:lumOff val="40000"/>
                </a:schemeClr>
              </a:solidFill>
            </a:rPr>
            <a:t>Mostipak</a:t>
          </a:r>
          <a:endParaRPr lang="en-US" sz="1700" kern="1200">
            <a:solidFill>
              <a:schemeClr val="tx2">
                <a:lumMod val="60000"/>
                <a:lumOff val="40000"/>
              </a:schemeClr>
            </a:solidFill>
          </a:endParaRPr>
        </a:p>
      </dsp:txBody>
      <dsp:txXfrm>
        <a:off x="0" y="696"/>
        <a:ext cx="5400858" cy="1140724"/>
      </dsp:txXfrm>
    </dsp:sp>
    <dsp:sp modelId="{F82FF8E0-9CA2-45A8-9D18-12F34CF86DDA}">
      <dsp:nvSpPr>
        <dsp:cNvPr id="0" name=""/>
        <dsp:cNvSpPr/>
      </dsp:nvSpPr>
      <dsp:spPr>
        <a:xfrm>
          <a:off x="0" y="1141420"/>
          <a:ext cx="540085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BD4ACF-825E-4D79-9804-D299A3309795}">
      <dsp:nvSpPr>
        <dsp:cNvPr id="0" name=""/>
        <dsp:cNvSpPr/>
      </dsp:nvSpPr>
      <dsp:spPr>
        <a:xfrm>
          <a:off x="0" y="1141420"/>
          <a:ext cx="5400858" cy="1140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solidFill>
                <a:schemeClr val="tx2">
                  <a:lumMod val="60000"/>
                  <a:lumOff val="40000"/>
                </a:schemeClr>
              </a:solidFill>
            </a:rPr>
            <a:t>Scope – </a:t>
          </a:r>
          <a:r>
            <a:rPr lang="en-US" sz="1700" kern="1200">
              <a:solidFill>
                <a:schemeClr val="tx2">
                  <a:lumMod val="60000"/>
                  <a:lumOff val="40000"/>
                </a:schemeClr>
              </a:solidFill>
            </a:rPr>
            <a:t>119,390 Reservations combining from a city hotel and a resort hotel</a:t>
          </a:r>
        </a:p>
      </dsp:txBody>
      <dsp:txXfrm>
        <a:off x="0" y="1141420"/>
        <a:ext cx="5400858" cy="1140724"/>
      </dsp:txXfrm>
    </dsp:sp>
    <dsp:sp modelId="{8AA3EAD2-FDB3-4552-974C-248D810D5D07}">
      <dsp:nvSpPr>
        <dsp:cNvPr id="0" name=""/>
        <dsp:cNvSpPr/>
      </dsp:nvSpPr>
      <dsp:spPr>
        <a:xfrm>
          <a:off x="0" y="2282145"/>
          <a:ext cx="540085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CFAF7-45AB-410E-978E-F767F4055CEE}">
      <dsp:nvSpPr>
        <dsp:cNvPr id="0" name=""/>
        <dsp:cNvSpPr/>
      </dsp:nvSpPr>
      <dsp:spPr>
        <a:xfrm>
          <a:off x="0" y="2282145"/>
          <a:ext cx="5400858" cy="1140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solidFill>
                <a:schemeClr val="tx2">
                  <a:lumMod val="60000"/>
                  <a:lumOff val="40000"/>
                </a:schemeClr>
              </a:solidFill>
            </a:rPr>
            <a:t>Structure – </a:t>
          </a:r>
          <a:r>
            <a:rPr lang="en-US" sz="1700" kern="1200">
              <a:solidFill>
                <a:schemeClr val="tx2">
                  <a:lumMod val="60000"/>
                  <a:lumOff val="40000"/>
                </a:schemeClr>
              </a:solidFill>
            </a:rPr>
            <a:t>32 Variable describing arrival dates, length of stay, number of adults, children and babies, meal plan, country, market segment, distribution channel, customer type, price and booking history</a:t>
          </a:r>
        </a:p>
      </dsp:txBody>
      <dsp:txXfrm>
        <a:off x="0" y="2282145"/>
        <a:ext cx="5400858" cy="1140724"/>
      </dsp:txXfrm>
    </dsp:sp>
    <dsp:sp modelId="{E8C1D4E9-6AEF-4707-8981-657D5A62A930}">
      <dsp:nvSpPr>
        <dsp:cNvPr id="0" name=""/>
        <dsp:cNvSpPr/>
      </dsp:nvSpPr>
      <dsp:spPr>
        <a:xfrm>
          <a:off x="0" y="3422869"/>
          <a:ext cx="540085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19382-D5A3-4BB7-A54B-2B857BC36F23}">
      <dsp:nvSpPr>
        <dsp:cNvPr id="0" name=""/>
        <dsp:cNvSpPr/>
      </dsp:nvSpPr>
      <dsp:spPr>
        <a:xfrm>
          <a:off x="0" y="3422869"/>
          <a:ext cx="5400858" cy="1140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solidFill>
                <a:schemeClr val="tx2">
                  <a:lumMod val="60000"/>
                  <a:lumOff val="40000"/>
                </a:schemeClr>
              </a:solidFill>
            </a:rPr>
            <a:t>Target Variable - </a:t>
          </a:r>
          <a:r>
            <a:rPr lang="en-US" sz="1700" kern="1200" err="1">
              <a:solidFill>
                <a:schemeClr val="tx2">
                  <a:lumMod val="60000"/>
                  <a:lumOff val="40000"/>
                </a:schemeClr>
              </a:solidFill>
            </a:rPr>
            <a:t>is_canceled</a:t>
          </a:r>
          <a:r>
            <a:rPr lang="en-US" sz="1700" kern="1200">
              <a:solidFill>
                <a:schemeClr val="tx2">
                  <a:lumMod val="60000"/>
                  <a:lumOff val="40000"/>
                </a:schemeClr>
              </a:solidFill>
            </a:rPr>
            <a:t> = 0 is Reservation not cancelled, </a:t>
          </a:r>
          <a:r>
            <a:rPr lang="en-US" sz="1700" kern="1200" err="1">
              <a:solidFill>
                <a:schemeClr val="tx2">
                  <a:lumMod val="60000"/>
                  <a:lumOff val="40000"/>
                </a:schemeClr>
              </a:solidFill>
            </a:rPr>
            <a:t>is_canceled</a:t>
          </a:r>
          <a:r>
            <a:rPr lang="en-US" sz="1700" kern="1200">
              <a:solidFill>
                <a:schemeClr val="tx2">
                  <a:lumMod val="60000"/>
                  <a:lumOff val="40000"/>
                </a:schemeClr>
              </a:solidFill>
            </a:rPr>
            <a:t> = 1 is Reservation being cancelled</a:t>
          </a:r>
        </a:p>
      </dsp:txBody>
      <dsp:txXfrm>
        <a:off x="0" y="3422869"/>
        <a:ext cx="5400858" cy="1140724"/>
      </dsp:txXfrm>
    </dsp:sp>
    <dsp:sp modelId="{A3F95DD4-F901-4AB5-9540-118B55F4CB7B}">
      <dsp:nvSpPr>
        <dsp:cNvPr id="0" name=""/>
        <dsp:cNvSpPr/>
      </dsp:nvSpPr>
      <dsp:spPr>
        <a:xfrm>
          <a:off x="0" y="4563594"/>
          <a:ext cx="5400858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599320-8280-4FA6-99F1-AC54F07F4C18}">
      <dsp:nvSpPr>
        <dsp:cNvPr id="0" name=""/>
        <dsp:cNvSpPr/>
      </dsp:nvSpPr>
      <dsp:spPr>
        <a:xfrm>
          <a:off x="0" y="4563594"/>
          <a:ext cx="5400858" cy="1140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solidFill>
                <a:schemeClr val="tx2">
                  <a:lumMod val="60000"/>
                  <a:lumOff val="40000"/>
                </a:schemeClr>
              </a:solidFill>
            </a:rPr>
            <a:t>Class balance - </a:t>
          </a:r>
          <a:r>
            <a:rPr lang="en-US" sz="1700" kern="1200">
              <a:solidFill>
                <a:schemeClr val="tx2">
                  <a:lumMod val="60000"/>
                  <a:lumOff val="40000"/>
                </a:schemeClr>
              </a:solidFill>
            </a:rPr>
            <a:t>Roughly about one third of all bookings in the data set are cancelled and about two thirds are not cancelled, so the prediction problem has a moderately imbalanced target</a:t>
          </a:r>
        </a:p>
      </dsp:txBody>
      <dsp:txXfrm>
        <a:off x="0" y="4563594"/>
        <a:ext cx="5400858" cy="11407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8007A2-03BF-4A15-BB38-E04DBFDDCBD6}">
      <dsp:nvSpPr>
        <dsp:cNvPr id="0" name=""/>
        <dsp:cNvSpPr/>
      </dsp:nvSpPr>
      <dsp:spPr>
        <a:xfrm>
          <a:off x="0" y="0"/>
          <a:ext cx="540085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CBE07F-2954-4017-A6F5-09CFEED2E6AD}">
      <dsp:nvSpPr>
        <dsp:cNvPr id="0" name=""/>
        <dsp:cNvSpPr/>
      </dsp:nvSpPr>
      <dsp:spPr>
        <a:xfrm>
          <a:off x="0" y="0"/>
          <a:ext cx="5400858" cy="1426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Removed records with missing target values and any clearly inconsistent bookings after basic checks</a:t>
          </a:r>
        </a:p>
      </dsp:txBody>
      <dsp:txXfrm>
        <a:off x="0" y="0"/>
        <a:ext cx="5400858" cy="1426253"/>
      </dsp:txXfrm>
    </dsp:sp>
    <dsp:sp modelId="{C54EE4D3-6F82-46CC-BAEF-2127084FCD7E}">
      <dsp:nvSpPr>
        <dsp:cNvPr id="0" name=""/>
        <dsp:cNvSpPr/>
      </dsp:nvSpPr>
      <dsp:spPr>
        <a:xfrm>
          <a:off x="0" y="1426253"/>
          <a:ext cx="540085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7E320C-671C-4D3B-9511-7608F8BEBF48}">
      <dsp:nvSpPr>
        <dsp:cNvPr id="0" name=""/>
        <dsp:cNvSpPr/>
      </dsp:nvSpPr>
      <dsp:spPr>
        <a:xfrm>
          <a:off x="0" y="1426253"/>
          <a:ext cx="5400858" cy="1426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Dropped variables that are not available at booking time, for example reservation status and reservation status date, to avoid information leakage into the model</a:t>
          </a:r>
        </a:p>
      </dsp:txBody>
      <dsp:txXfrm>
        <a:off x="0" y="1426253"/>
        <a:ext cx="5400858" cy="1426253"/>
      </dsp:txXfrm>
    </dsp:sp>
    <dsp:sp modelId="{94AF2A37-6C4A-476B-9582-068EF6B9CA76}">
      <dsp:nvSpPr>
        <dsp:cNvPr id="0" name=""/>
        <dsp:cNvSpPr/>
      </dsp:nvSpPr>
      <dsp:spPr>
        <a:xfrm>
          <a:off x="0" y="2852507"/>
          <a:ext cx="540085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186974-320A-49AD-ABF4-957281034717}">
      <dsp:nvSpPr>
        <dsp:cNvPr id="0" name=""/>
        <dsp:cNvSpPr/>
      </dsp:nvSpPr>
      <dsp:spPr>
        <a:xfrm>
          <a:off x="0" y="2852507"/>
          <a:ext cx="5400858" cy="1426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Handled missing values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 - For numeric fields such as children we replaced missing entries with zero after checking the distributions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 - For categorical fields such as country, agent and company we created a separate category named Unknown</a:t>
          </a:r>
        </a:p>
      </dsp:txBody>
      <dsp:txXfrm>
        <a:off x="0" y="2852507"/>
        <a:ext cx="5400858" cy="1426253"/>
      </dsp:txXfrm>
    </dsp:sp>
    <dsp:sp modelId="{B9FD9A7D-4C8A-47E7-8724-AE46A7A41DE1}">
      <dsp:nvSpPr>
        <dsp:cNvPr id="0" name=""/>
        <dsp:cNvSpPr/>
      </dsp:nvSpPr>
      <dsp:spPr>
        <a:xfrm>
          <a:off x="0" y="4278761"/>
          <a:ext cx="540085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EF9ACA-6E4C-4156-8FAF-3DB8026479A8}">
      <dsp:nvSpPr>
        <dsp:cNvPr id="0" name=""/>
        <dsp:cNvSpPr/>
      </dsp:nvSpPr>
      <dsp:spPr>
        <a:xfrm>
          <a:off x="0" y="4278761"/>
          <a:ext cx="5400858" cy="1426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Separated features into numeric and categorical groups so that each could be processed appropriately</a:t>
          </a:r>
        </a:p>
      </dsp:txBody>
      <dsp:txXfrm>
        <a:off x="0" y="4278761"/>
        <a:ext cx="5400858" cy="14262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757657-2497-4B21-A54A-5957F8DC2D3D}">
      <dsp:nvSpPr>
        <dsp:cNvPr id="0" name=""/>
        <dsp:cNvSpPr/>
      </dsp:nvSpPr>
      <dsp:spPr>
        <a:xfrm>
          <a:off x="0" y="2785"/>
          <a:ext cx="540085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8515-740B-4A9C-A182-5EA54180501B}">
      <dsp:nvSpPr>
        <dsp:cNvPr id="0" name=""/>
        <dsp:cNvSpPr/>
      </dsp:nvSpPr>
      <dsp:spPr>
        <a:xfrm>
          <a:off x="0" y="2785"/>
          <a:ext cx="5400858" cy="1899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Used a column transformer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 - Numeric features were scaled using a standard scaler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 - Categorical features were converted into dummy variables using one hot encoding</a:t>
          </a:r>
        </a:p>
      </dsp:txBody>
      <dsp:txXfrm>
        <a:off x="0" y="2785"/>
        <a:ext cx="5400858" cy="1899814"/>
      </dsp:txXfrm>
    </dsp:sp>
    <dsp:sp modelId="{1429B404-570D-420E-ADC9-FC2BA4C69B6D}">
      <dsp:nvSpPr>
        <dsp:cNvPr id="0" name=""/>
        <dsp:cNvSpPr/>
      </dsp:nvSpPr>
      <dsp:spPr>
        <a:xfrm>
          <a:off x="0" y="1902600"/>
          <a:ext cx="540085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ED6795-F372-44BE-AA2F-ED66AD4E2AF1}">
      <dsp:nvSpPr>
        <dsp:cNvPr id="0" name=""/>
        <dsp:cNvSpPr/>
      </dsp:nvSpPr>
      <dsp:spPr>
        <a:xfrm>
          <a:off x="0" y="1902600"/>
          <a:ext cx="5400858" cy="1899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Performed a train test split so that model training happens only on the training set and the test set is kept aside for final evaluation</a:t>
          </a:r>
        </a:p>
      </dsp:txBody>
      <dsp:txXfrm>
        <a:off x="0" y="1902600"/>
        <a:ext cx="5400858" cy="1899814"/>
      </dsp:txXfrm>
    </dsp:sp>
    <dsp:sp modelId="{7156FF45-594C-449A-8B5D-1F3A2F813AB5}">
      <dsp:nvSpPr>
        <dsp:cNvPr id="0" name=""/>
        <dsp:cNvSpPr/>
      </dsp:nvSpPr>
      <dsp:spPr>
        <a:xfrm>
          <a:off x="0" y="3802414"/>
          <a:ext cx="540085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63364C-FB0F-46A3-8D9F-C7CE937010E0}">
      <dsp:nvSpPr>
        <dsp:cNvPr id="0" name=""/>
        <dsp:cNvSpPr/>
      </dsp:nvSpPr>
      <dsp:spPr>
        <a:xfrm>
          <a:off x="0" y="3802414"/>
          <a:ext cx="5400858" cy="1899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Applied </a:t>
          </a:r>
          <a:r>
            <a:rPr lang="en-US" sz="1500" i="1" kern="1200">
              <a:solidFill>
                <a:schemeClr val="tx2">
                  <a:lumMod val="60000"/>
                  <a:lumOff val="40000"/>
                </a:schemeClr>
              </a:solidFill>
            </a:rPr>
            <a:t>SMOTE</a:t>
          </a: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 only on the training set to balance the classes by creating synthetic examples for the cancelled bookings while leaving the original test set unchanged</a:t>
          </a:r>
        </a:p>
      </dsp:txBody>
      <dsp:txXfrm>
        <a:off x="0" y="3802414"/>
        <a:ext cx="5400858" cy="18998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700F2E-A06A-4E23-8252-FAD2CAF6B417}">
      <dsp:nvSpPr>
        <dsp:cNvPr id="0" name=""/>
        <dsp:cNvSpPr/>
      </dsp:nvSpPr>
      <dsp:spPr>
        <a:xfrm>
          <a:off x="0" y="0"/>
          <a:ext cx="540085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5006B-A548-4344-8AAA-B67F54F18076}">
      <dsp:nvSpPr>
        <dsp:cNvPr id="0" name=""/>
        <dsp:cNvSpPr/>
      </dsp:nvSpPr>
      <dsp:spPr>
        <a:xfrm>
          <a:off x="0" y="0"/>
          <a:ext cx="5400858" cy="2852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2">
                  <a:lumMod val="60000"/>
                  <a:lumOff val="40000"/>
                </a:schemeClr>
              </a:solidFill>
            </a:rPr>
            <a:t>Goal of modelling stage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2">
                  <a:lumMod val="60000"/>
                  <a:lumOff val="40000"/>
                </a:schemeClr>
              </a:solidFill>
            </a:rPr>
            <a:t>Learn a function that takes booking features as input and outputs the probability that the booking will be cancelled</a:t>
          </a:r>
        </a:p>
      </dsp:txBody>
      <dsp:txXfrm>
        <a:off x="0" y="0"/>
        <a:ext cx="5400858" cy="2852507"/>
      </dsp:txXfrm>
    </dsp:sp>
    <dsp:sp modelId="{56E15E31-E2D8-4263-A228-2F6B516A58AB}">
      <dsp:nvSpPr>
        <dsp:cNvPr id="0" name=""/>
        <dsp:cNvSpPr/>
      </dsp:nvSpPr>
      <dsp:spPr>
        <a:xfrm>
          <a:off x="0" y="2852507"/>
          <a:ext cx="540085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31172B-067F-467F-AF12-AE6E6E14DAEE}">
      <dsp:nvSpPr>
        <dsp:cNvPr id="0" name=""/>
        <dsp:cNvSpPr/>
      </dsp:nvSpPr>
      <dsp:spPr>
        <a:xfrm>
          <a:off x="0" y="2852507"/>
          <a:ext cx="5400858" cy="2852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We trained several supervised classification models on the prepared data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 - </a:t>
          </a:r>
          <a:r>
            <a:rPr lang="en-US" sz="1500" i="1" kern="1200">
              <a:solidFill>
                <a:schemeClr val="tx2">
                  <a:lumMod val="60000"/>
                  <a:lumOff val="40000"/>
                </a:schemeClr>
              </a:solidFill>
            </a:rPr>
            <a:t>Logistic regression </a:t>
          </a: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as a simple linear baseline model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 - Single decision tree models using </a:t>
          </a:r>
          <a:r>
            <a:rPr lang="en-US" sz="1500" i="1" kern="1200">
              <a:solidFill>
                <a:schemeClr val="tx2">
                  <a:lumMod val="60000"/>
                  <a:lumOff val="40000"/>
                </a:schemeClr>
              </a:solidFill>
            </a:rPr>
            <a:t>C A R T</a:t>
          </a: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 and </a:t>
          </a:r>
          <a:r>
            <a:rPr lang="en-US" sz="1500" i="1" kern="1200">
              <a:solidFill>
                <a:schemeClr val="tx2">
                  <a:lumMod val="60000"/>
                  <a:lumOff val="40000"/>
                </a:schemeClr>
              </a:solidFill>
            </a:rPr>
            <a:t>C 4.5</a:t>
          </a: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 style splitting rules for transparent if then decision paths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 - </a:t>
          </a:r>
          <a:r>
            <a:rPr lang="en-US" sz="1500" i="1" kern="1200">
              <a:solidFill>
                <a:schemeClr val="tx2">
                  <a:lumMod val="60000"/>
                  <a:lumOff val="40000"/>
                </a:schemeClr>
              </a:solidFill>
            </a:rPr>
            <a:t>K nearest </a:t>
          </a:r>
          <a:r>
            <a:rPr lang="en-US" sz="1500" i="1" kern="1200" err="1">
              <a:solidFill>
                <a:schemeClr val="tx2">
                  <a:lumMod val="60000"/>
                  <a:lumOff val="40000"/>
                </a:schemeClr>
              </a:solidFill>
            </a:rPr>
            <a:t>neighbour</a:t>
          </a:r>
          <a:r>
            <a:rPr lang="en-US" sz="1500" i="1" kern="1200">
              <a:solidFill>
                <a:schemeClr val="tx2">
                  <a:lumMod val="60000"/>
                  <a:lumOff val="40000"/>
                </a:schemeClr>
              </a:solidFill>
            </a:rPr>
            <a:t> </a:t>
          </a: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classifier as a distance-based method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 - </a:t>
          </a:r>
          <a:r>
            <a:rPr lang="en-US" sz="1500" i="1" kern="1200">
              <a:solidFill>
                <a:schemeClr val="tx2">
                  <a:lumMod val="60000"/>
                  <a:lumOff val="40000"/>
                </a:schemeClr>
              </a:solidFill>
            </a:rPr>
            <a:t>Random Forest</a:t>
          </a: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 classifier which combines many decision trees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 - </a:t>
          </a:r>
          <a:r>
            <a:rPr lang="en-US" sz="1500" i="1" kern="1200">
              <a:solidFill>
                <a:schemeClr val="tx2">
                  <a:lumMod val="60000"/>
                  <a:lumOff val="40000"/>
                </a:schemeClr>
              </a:solidFill>
            </a:rPr>
            <a:t>Multilayer perceptron neural network </a:t>
          </a:r>
          <a:r>
            <a:rPr lang="en-US" sz="1500" kern="1200">
              <a:solidFill>
                <a:schemeClr val="tx2">
                  <a:lumMod val="60000"/>
                  <a:lumOff val="40000"/>
                </a:schemeClr>
              </a:solidFill>
            </a:rPr>
            <a:t>as a nonlinear parametric model</a:t>
          </a:r>
        </a:p>
      </dsp:txBody>
      <dsp:txXfrm>
        <a:off x="0" y="2852507"/>
        <a:ext cx="5400858" cy="28525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A9DE85-0E3B-4ADB-9E30-80F50000E025}">
      <dsp:nvSpPr>
        <dsp:cNvPr id="0" name=""/>
        <dsp:cNvSpPr/>
      </dsp:nvSpPr>
      <dsp:spPr>
        <a:xfrm>
          <a:off x="0" y="0"/>
          <a:ext cx="540085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6257DF-7488-4B23-9566-F490B871CDB7}">
      <dsp:nvSpPr>
        <dsp:cNvPr id="0" name=""/>
        <dsp:cNvSpPr/>
      </dsp:nvSpPr>
      <dsp:spPr>
        <a:xfrm>
          <a:off x="0" y="0"/>
          <a:ext cx="5400858" cy="2852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2">
                  <a:lumMod val="60000"/>
                  <a:lumOff val="40000"/>
                </a:schemeClr>
              </a:solidFill>
            </a:rPr>
            <a:t>Business focus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>
                  <a:lumMod val="60000"/>
                  <a:lumOff val="40000"/>
                </a:schemeClr>
              </a:solidFill>
            </a:rPr>
            <a:t>- We focus mainly on detecting cancellations because missed cancellations lead to empty rooms and loss of revenue.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>
                  <a:lumMod val="60000"/>
                  <a:lumOff val="40000"/>
                </a:schemeClr>
              </a:solidFill>
            </a:rPr>
            <a:t>- At the same time, we must avoid too many false alarms, as this would cause unnecessary overbooking actions and operational confusion.</a:t>
          </a:r>
        </a:p>
      </dsp:txBody>
      <dsp:txXfrm>
        <a:off x="0" y="0"/>
        <a:ext cx="5400858" cy="2852507"/>
      </dsp:txXfrm>
    </dsp:sp>
    <dsp:sp modelId="{C29E19F9-BBDA-400F-A368-9A9E089F954F}">
      <dsp:nvSpPr>
        <dsp:cNvPr id="0" name=""/>
        <dsp:cNvSpPr/>
      </dsp:nvSpPr>
      <dsp:spPr>
        <a:xfrm>
          <a:off x="0" y="2852507"/>
          <a:ext cx="540085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6CB4B-C850-4C04-9034-6F70AB3955C6}">
      <dsp:nvSpPr>
        <dsp:cNvPr id="0" name=""/>
        <dsp:cNvSpPr/>
      </dsp:nvSpPr>
      <dsp:spPr>
        <a:xfrm>
          <a:off x="0" y="2852507"/>
          <a:ext cx="5400858" cy="2852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2">
                  <a:lumMod val="60000"/>
                  <a:lumOff val="40000"/>
                </a:schemeClr>
              </a:solidFill>
            </a:rPr>
            <a:t>Main metrics used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>
                  <a:lumMod val="60000"/>
                  <a:lumOff val="40000"/>
                </a:schemeClr>
              </a:solidFill>
            </a:rPr>
            <a:t>- We evaluated all models using accuracy, ROC AUC, precision, recall, and F1-score.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>
                  <a:lumMod val="60000"/>
                  <a:lumOff val="40000"/>
                </a:schemeClr>
              </a:solidFill>
            </a:rPr>
            <a:t>- Special attention was given to recall for the cancellation class to understand how well each model captures high-risk bookings.
</a:t>
          </a:r>
        </a:p>
      </dsp:txBody>
      <dsp:txXfrm>
        <a:off x="0" y="2852507"/>
        <a:ext cx="5400858" cy="285250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96283-C209-48A4-9483-F4CA535AE3BF}">
      <dsp:nvSpPr>
        <dsp:cNvPr id="0" name=""/>
        <dsp:cNvSpPr/>
      </dsp:nvSpPr>
      <dsp:spPr>
        <a:xfrm>
          <a:off x="0" y="0"/>
          <a:ext cx="540085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C8CACD-A687-4ACA-937C-3F04AEC94015}">
      <dsp:nvSpPr>
        <dsp:cNvPr id="0" name=""/>
        <dsp:cNvSpPr/>
      </dsp:nvSpPr>
      <dsp:spPr>
        <a:xfrm>
          <a:off x="0" y="0"/>
          <a:ext cx="5400858" cy="2852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2">
                  <a:lumMod val="60000"/>
                  <a:lumOff val="40000"/>
                </a:schemeClr>
              </a:solidFill>
            </a:rPr>
            <a:t>Summary of model behavior
</a:t>
          </a:r>
          <a:r>
            <a:rPr lang="en-US" sz="1600" b="0" kern="1200" dirty="0">
              <a:solidFill>
                <a:schemeClr val="tx2">
                  <a:lumMod val="60000"/>
                  <a:lumOff val="40000"/>
                </a:schemeClr>
              </a:solidFill>
            </a:rPr>
            <a:t>- </a:t>
          </a:r>
          <a:r>
            <a:rPr lang="en-US" sz="1600" i="1" kern="1200" dirty="0">
              <a:solidFill>
                <a:schemeClr val="tx2">
                  <a:lumMod val="60000"/>
                  <a:lumOff val="40000"/>
                </a:schemeClr>
              </a:solidFill>
            </a:rPr>
            <a:t>Logistic Regression </a:t>
          </a:r>
          <a:r>
            <a:rPr lang="en-US" sz="1600" kern="1200" dirty="0">
              <a:solidFill>
                <a:schemeClr val="tx2">
                  <a:lumMod val="60000"/>
                  <a:lumOff val="40000"/>
                </a:schemeClr>
              </a:solidFill>
            </a:rPr>
            <a:t>and single decision trees provided reasonable baselines but showed lower recall for cancellations.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2">
                  <a:lumMod val="60000"/>
                  <a:lumOff val="40000"/>
                </a:schemeClr>
              </a:solidFill>
            </a:rPr>
            <a:t>- </a:t>
          </a:r>
          <a:r>
            <a:rPr lang="en-US" sz="1600" i="1" kern="1200" dirty="0">
              <a:solidFill>
                <a:schemeClr val="tx2">
                  <a:lumMod val="60000"/>
                  <a:lumOff val="40000"/>
                </a:schemeClr>
              </a:solidFill>
            </a:rPr>
            <a:t>KNN </a:t>
          </a:r>
          <a:r>
            <a:rPr lang="en-US" sz="1600" i="0" kern="1200" dirty="0">
              <a:solidFill>
                <a:schemeClr val="tx2">
                  <a:lumMod val="60000"/>
                  <a:lumOff val="40000"/>
                </a:schemeClr>
              </a:solidFill>
            </a:rPr>
            <a:t>and</a:t>
          </a:r>
          <a:r>
            <a:rPr lang="en-US" sz="1600" i="1" kern="1200" dirty="0">
              <a:solidFill>
                <a:schemeClr val="tx2">
                  <a:lumMod val="60000"/>
                  <a:lumOff val="40000"/>
                </a:schemeClr>
              </a:solidFill>
            </a:rPr>
            <a:t> C 4.5</a:t>
          </a:r>
          <a:r>
            <a:rPr lang="en-US" sz="1600" kern="1200" dirty="0">
              <a:solidFill>
                <a:schemeClr val="tx2">
                  <a:lumMod val="60000"/>
                  <a:lumOff val="40000"/>
                </a:schemeClr>
              </a:solidFill>
            </a:rPr>
            <a:t> improved performance slightly but were still limited in handling complex booking patterns.</a:t>
          </a:r>
        </a:p>
      </dsp:txBody>
      <dsp:txXfrm>
        <a:off x="0" y="0"/>
        <a:ext cx="5400858" cy="2852507"/>
      </dsp:txXfrm>
    </dsp:sp>
    <dsp:sp modelId="{6D0F32D4-D9EA-4DE7-9268-3737AFF82443}">
      <dsp:nvSpPr>
        <dsp:cNvPr id="0" name=""/>
        <dsp:cNvSpPr/>
      </dsp:nvSpPr>
      <dsp:spPr>
        <a:xfrm>
          <a:off x="0" y="2852507"/>
          <a:ext cx="540085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2E075-3ACF-4807-ADC3-4C8FAFAD75B4}">
      <dsp:nvSpPr>
        <dsp:cNvPr id="0" name=""/>
        <dsp:cNvSpPr/>
      </dsp:nvSpPr>
      <dsp:spPr>
        <a:xfrm>
          <a:off x="0" y="2852507"/>
          <a:ext cx="5400858" cy="2852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2">
                  <a:lumMod val="60000"/>
                  <a:lumOff val="40000"/>
                </a:schemeClr>
              </a:solidFill>
            </a:rPr>
            <a:t>Final results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 dirty="0">
              <a:solidFill>
                <a:schemeClr val="tx2">
                  <a:lumMod val="60000"/>
                  <a:lumOff val="40000"/>
                </a:schemeClr>
              </a:solidFill>
            </a:rPr>
            <a:t>- Random Forest </a:t>
          </a:r>
          <a:r>
            <a:rPr lang="en-US" sz="1600" kern="1200" dirty="0">
              <a:solidFill>
                <a:schemeClr val="tx2">
                  <a:lumMod val="60000"/>
                  <a:lumOff val="40000"/>
                </a:schemeClr>
              </a:solidFill>
            </a:rPr>
            <a:t>performed the best overall, with accuracy in the mid-eighties, ROC AUC near 0.94, and recall for cancellations in the low eighties, making it the most reliable and stable model for predicting hotel booking cancellations.</a:t>
          </a:r>
        </a:p>
      </dsp:txBody>
      <dsp:txXfrm>
        <a:off x="0" y="2852507"/>
        <a:ext cx="5400858" cy="285250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C5E9D2-9B8F-4E8C-AB36-283D700DCFED}">
      <dsp:nvSpPr>
        <dsp:cNvPr id="0" name=""/>
        <dsp:cNvSpPr/>
      </dsp:nvSpPr>
      <dsp:spPr>
        <a:xfrm>
          <a:off x="757" y="0"/>
          <a:ext cx="3258266" cy="3581647"/>
        </a:xfrm>
        <a:prstGeom prst="roundRect">
          <a:avLst>
            <a:gd name="adj" fmla="val 5000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93345" bIns="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>
              <a:latin typeface="Calibri"/>
              <a:ea typeface="Calibri"/>
              <a:cs typeface="Calibri"/>
            </a:rPr>
            <a:t>Ensemble Learning Power</a:t>
          </a:r>
          <a:endParaRPr lang="en-GB" sz="2100" kern="1200"/>
        </a:p>
      </dsp:txBody>
      <dsp:txXfrm rot="16200000">
        <a:off x="-1141891" y="1142648"/>
        <a:ext cx="2936950" cy="651653"/>
      </dsp:txXfrm>
    </dsp:sp>
    <dsp:sp modelId="{91897C61-A5D8-4ED5-ACFD-69235D7492A2}">
      <dsp:nvSpPr>
        <dsp:cNvPr id="0" name=""/>
        <dsp:cNvSpPr/>
      </dsp:nvSpPr>
      <dsp:spPr>
        <a:xfrm>
          <a:off x="652410" y="0"/>
          <a:ext cx="2427408" cy="358164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>
              <a:latin typeface="Calibri"/>
              <a:ea typeface="Calibri"/>
              <a:cs typeface="Calibri"/>
            </a:rPr>
            <a:t>Random Forest is an ensemble learning method that builds multiple decision trees during training and merges them to get a more accurate and stable prediction. Each tree is unique, trained on different subsets of the data.</a:t>
          </a:r>
        </a:p>
      </dsp:txBody>
      <dsp:txXfrm>
        <a:off x="652410" y="0"/>
        <a:ext cx="2427408" cy="3581647"/>
      </dsp:txXfrm>
    </dsp:sp>
    <dsp:sp modelId="{28359CA3-0DB3-45C9-A924-7C5310C0CD9B}">
      <dsp:nvSpPr>
        <dsp:cNvPr id="0" name=""/>
        <dsp:cNvSpPr/>
      </dsp:nvSpPr>
      <dsp:spPr>
        <a:xfrm>
          <a:off x="3373063" y="0"/>
          <a:ext cx="3258266" cy="3581647"/>
        </a:xfrm>
        <a:prstGeom prst="roundRect">
          <a:avLst>
            <a:gd name="adj" fmla="val 5000"/>
          </a:avLst>
        </a:prstGeom>
        <a:solidFill>
          <a:schemeClr val="accent2">
            <a:shade val="80000"/>
            <a:hueOff val="0"/>
            <a:satOff val="-1407"/>
            <a:lumOff val="1265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93345" bIns="0" numCol="1" spcCol="1270" anchor="t" anchorCtr="0">
          <a:noAutofit/>
        </a:bodyPr>
        <a:lstStyle/>
        <a:p>
          <a:pPr marL="0" lvl="0" indent="0" algn="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>
              <a:latin typeface="Calibri"/>
              <a:ea typeface="Calibri"/>
              <a:cs typeface="Calibri"/>
            </a:rPr>
            <a:t>Mitigating Overfitting:</a:t>
          </a:r>
          <a:endParaRPr lang="en-GB" sz="2100" kern="1200"/>
        </a:p>
      </dsp:txBody>
      <dsp:txXfrm rot="16200000">
        <a:off x="2230414" y="1142648"/>
        <a:ext cx="2936950" cy="651653"/>
      </dsp:txXfrm>
    </dsp:sp>
    <dsp:sp modelId="{57C96B13-5EAA-40E6-8619-5DC8BD1B37E6}">
      <dsp:nvSpPr>
        <dsp:cNvPr id="0" name=""/>
        <dsp:cNvSpPr/>
      </dsp:nvSpPr>
      <dsp:spPr>
        <a:xfrm rot="5400000">
          <a:off x="3126299" y="2824604"/>
          <a:ext cx="526109" cy="488740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9449EA-BAD9-48B9-84FB-60824FB09040}">
      <dsp:nvSpPr>
        <dsp:cNvPr id="0" name=""/>
        <dsp:cNvSpPr/>
      </dsp:nvSpPr>
      <dsp:spPr>
        <a:xfrm>
          <a:off x="4024716" y="0"/>
          <a:ext cx="2427408" cy="358164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>
              <a:latin typeface="Calibri"/>
              <a:ea typeface="Calibri"/>
              <a:cs typeface="Calibri"/>
            </a:rPr>
            <a:t>By combining predictions from numerous trees, Random Forest significantly reduces the risk of overfitting, a common problem with single decision trees, ensuring better generalisation to unseen data.</a:t>
          </a:r>
        </a:p>
      </dsp:txBody>
      <dsp:txXfrm>
        <a:off x="4024716" y="0"/>
        <a:ext cx="2427408" cy="3581647"/>
      </dsp:txXfrm>
    </dsp:sp>
    <dsp:sp modelId="{51D4FD79-8E8C-407E-9687-71F957E80CAB}">
      <dsp:nvSpPr>
        <dsp:cNvPr id="0" name=""/>
        <dsp:cNvSpPr/>
      </dsp:nvSpPr>
      <dsp:spPr>
        <a:xfrm>
          <a:off x="6745369" y="0"/>
          <a:ext cx="3258266" cy="3581647"/>
        </a:xfrm>
        <a:prstGeom prst="roundRect">
          <a:avLst>
            <a:gd name="adj" fmla="val 5000"/>
          </a:avLst>
        </a:prstGeom>
        <a:solidFill>
          <a:schemeClr val="accent2">
            <a:shade val="80000"/>
            <a:hueOff val="0"/>
            <a:satOff val="-2814"/>
            <a:lumOff val="253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93345" bIns="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>
              <a:latin typeface="Calibri"/>
              <a:ea typeface="Calibri"/>
              <a:cs typeface="Calibri"/>
            </a:rPr>
            <a:t>Feature Importance </a:t>
          </a:r>
        </a:p>
      </dsp:txBody>
      <dsp:txXfrm rot="16200000">
        <a:off x="5602721" y="1142648"/>
        <a:ext cx="2936950" cy="651653"/>
      </dsp:txXfrm>
    </dsp:sp>
    <dsp:sp modelId="{7A562EBB-F218-4117-9484-2119A6787E7B}">
      <dsp:nvSpPr>
        <dsp:cNvPr id="0" name=""/>
        <dsp:cNvSpPr/>
      </dsp:nvSpPr>
      <dsp:spPr>
        <a:xfrm rot="5400000">
          <a:off x="6498606" y="2824604"/>
          <a:ext cx="526109" cy="488740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-2814"/>
              <a:lumOff val="253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4AEE37-7A8F-4B5A-85FA-44BB75EC9038}">
      <dsp:nvSpPr>
        <dsp:cNvPr id="0" name=""/>
        <dsp:cNvSpPr/>
      </dsp:nvSpPr>
      <dsp:spPr>
        <a:xfrm>
          <a:off x="7397023" y="0"/>
          <a:ext cx="2427408" cy="358164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>
              <a:latin typeface="Footlight MT Light"/>
            </a:rPr>
            <a:t> </a:t>
          </a:r>
          <a:r>
            <a:rPr lang="en-GB" sz="2000" kern="1200">
              <a:latin typeface="Footlight MT Light"/>
              <a:ea typeface="Calibri"/>
              <a:cs typeface="Calibri"/>
            </a:rPr>
            <a:t>It </a:t>
          </a:r>
          <a:r>
            <a:rPr lang="en-GB" sz="2000" kern="1200">
              <a:latin typeface="Calibri"/>
              <a:ea typeface="Calibri"/>
              <a:cs typeface="Calibri"/>
            </a:rPr>
            <a:t>inherently provides a measure of feature importance, indicating which booking characteristics (e.g., booking lead time, room type, special requests) are most influential in predicting cancellations.</a:t>
          </a:r>
        </a:p>
      </dsp:txBody>
      <dsp:txXfrm>
        <a:off x="7397023" y="0"/>
        <a:ext cx="2427408" cy="358164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71B75C-F6B8-46CA-8CA2-B61726ABDB3D}">
      <dsp:nvSpPr>
        <dsp:cNvPr id="0" name=""/>
        <dsp:cNvSpPr/>
      </dsp:nvSpPr>
      <dsp:spPr>
        <a:xfrm>
          <a:off x="0" y="2198"/>
          <a:ext cx="5826934" cy="11142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6C393C-B6B0-4FC7-80DF-B4D6E0F933A5}">
      <dsp:nvSpPr>
        <dsp:cNvPr id="0" name=""/>
        <dsp:cNvSpPr/>
      </dsp:nvSpPr>
      <dsp:spPr>
        <a:xfrm>
          <a:off x="337067" y="252909"/>
          <a:ext cx="612849" cy="6128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AF771-C789-4181-B5A1-C8C215B50E45}">
      <dsp:nvSpPr>
        <dsp:cNvPr id="0" name=""/>
        <dsp:cNvSpPr/>
      </dsp:nvSpPr>
      <dsp:spPr>
        <a:xfrm>
          <a:off x="1286984" y="2198"/>
          <a:ext cx="4539949" cy="1114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927" tIns="117927" rIns="117927" bIns="11792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final Random Forest model can be wrapped inside a simple service or script that connects to the hotel booking system</a:t>
          </a:r>
        </a:p>
      </dsp:txBody>
      <dsp:txXfrm>
        <a:off x="1286984" y="2198"/>
        <a:ext cx="4539949" cy="1114272"/>
      </dsp:txXfrm>
    </dsp:sp>
    <dsp:sp modelId="{887F4BC9-8F9D-4AB7-B988-2714889866A1}">
      <dsp:nvSpPr>
        <dsp:cNvPr id="0" name=""/>
        <dsp:cNvSpPr/>
      </dsp:nvSpPr>
      <dsp:spPr>
        <a:xfrm>
          <a:off x="0" y="1395039"/>
          <a:ext cx="5826934" cy="11142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70B594-78A5-4E49-97A3-44E622E412B5}">
      <dsp:nvSpPr>
        <dsp:cNvPr id="0" name=""/>
        <dsp:cNvSpPr/>
      </dsp:nvSpPr>
      <dsp:spPr>
        <a:xfrm>
          <a:off x="337067" y="1645750"/>
          <a:ext cx="612849" cy="6128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141110-DAC1-4C0D-B0D8-D546DC2AD8AE}">
      <dsp:nvSpPr>
        <dsp:cNvPr id="0" name=""/>
        <dsp:cNvSpPr/>
      </dsp:nvSpPr>
      <dsp:spPr>
        <a:xfrm>
          <a:off x="1286984" y="1395039"/>
          <a:ext cx="4539949" cy="1114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927" tIns="117927" rIns="117927" bIns="11792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When a new booking is created or an existing booking is updated, the system sends the relevant features through the same preprocessing steps used during training</a:t>
          </a:r>
        </a:p>
      </dsp:txBody>
      <dsp:txXfrm>
        <a:off x="1286984" y="1395039"/>
        <a:ext cx="4539949" cy="1114272"/>
      </dsp:txXfrm>
    </dsp:sp>
    <dsp:sp modelId="{54AC8495-846D-4C49-A04B-527A70EC7105}">
      <dsp:nvSpPr>
        <dsp:cNvPr id="0" name=""/>
        <dsp:cNvSpPr/>
      </dsp:nvSpPr>
      <dsp:spPr>
        <a:xfrm>
          <a:off x="0" y="2787880"/>
          <a:ext cx="5826934" cy="11142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4D81BF-1C46-4A86-8E80-2C49C0B0625D}">
      <dsp:nvSpPr>
        <dsp:cNvPr id="0" name=""/>
        <dsp:cNvSpPr/>
      </dsp:nvSpPr>
      <dsp:spPr>
        <a:xfrm>
          <a:off x="337067" y="3038591"/>
          <a:ext cx="612849" cy="6128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01992-5E1F-49E0-830B-E703AFC8ACBD}">
      <dsp:nvSpPr>
        <dsp:cNvPr id="0" name=""/>
        <dsp:cNvSpPr/>
      </dsp:nvSpPr>
      <dsp:spPr>
        <a:xfrm>
          <a:off x="1286984" y="2787880"/>
          <a:ext cx="4539949" cy="1114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927" tIns="117927" rIns="117927" bIns="11792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model returns a predicted probability of cancellation for that booking, along with a simple risk label such as low risk, medium risk or high risk</a:t>
          </a:r>
        </a:p>
      </dsp:txBody>
      <dsp:txXfrm>
        <a:off x="1286984" y="2787880"/>
        <a:ext cx="4539949" cy="1114272"/>
      </dsp:txXfrm>
    </dsp:sp>
    <dsp:sp modelId="{CFD9E7B5-0DDA-4E23-AE3C-FEA77D4FDC1F}">
      <dsp:nvSpPr>
        <dsp:cNvPr id="0" name=""/>
        <dsp:cNvSpPr/>
      </dsp:nvSpPr>
      <dsp:spPr>
        <a:xfrm>
          <a:off x="0" y="4180720"/>
          <a:ext cx="5826934" cy="11142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BCF182-472C-44D9-AE95-55E8381948D3}">
      <dsp:nvSpPr>
        <dsp:cNvPr id="0" name=""/>
        <dsp:cNvSpPr/>
      </dsp:nvSpPr>
      <dsp:spPr>
        <a:xfrm>
          <a:off x="337067" y="4431432"/>
          <a:ext cx="612849" cy="6128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74B91-1CC5-47DF-9985-7062B9A8D5ED}">
      <dsp:nvSpPr>
        <dsp:cNvPr id="0" name=""/>
        <dsp:cNvSpPr/>
      </dsp:nvSpPr>
      <dsp:spPr>
        <a:xfrm>
          <a:off x="1286984" y="4180720"/>
          <a:ext cx="4539949" cy="1114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927" tIns="117927" rIns="117927" bIns="11792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Revenue managers can use predicted cancellation probabilities to plan over booking levels for each arrival date in a more data driven way</a:t>
          </a:r>
        </a:p>
      </dsp:txBody>
      <dsp:txXfrm>
        <a:off x="1286984" y="4180720"/>
        <a:ext cx="4539949" cy="111427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300714-48E9-4F2E-9A6E-531E64E5EEED}">
      <dsp:nvSpPr>
        <dsp:cNvPr id="0" name=""/>
        <dsp:cNvSpPr/>
      </dsp:nvSpPr>
      <dsp:spPr>
        <a:xfrm>
          <a:off x="0" y="646"/>
          <a:ext cx="5826934" cy="15131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6110F1-2886-4A83-B5FB-41EBA9BEF4BE}">
      <dsp:nvSpPr>
        <dsp:cNvPr id="0" name=""/>
        <dsp:cNvSpPr/>
      </dsp:nvSpPr>
      <dsp:spPr>
        <a:xfrm>
          <a:off x="457716" y="341097"/>
          <a:ext cx="832212" cy="8322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85F69-AC56-43D0-9346-96292BC940A7}">
      <dsp:nvSpPr>
        <dsp:cNvPr id="0" name=""/>
        <dsp:cNvSpPr/>
      </dsp:nvSpPr>
      <dsp:spPr>
        <a:xfrm>
          <a:off x="1747646" y="646"/>
          <a:ext cx="4079287" cy="1513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138" tIns="160138" rIns="160138" bIns="16013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Reservations staff can focus extra confirmation messages or deposit requests on bookings that the model marks as medium or high risk</a:t>
          </a:r>
        </a:p>
      </dsp:txBody>
      <dsp:txXfrm>
        <a:off x="1747646" y="646"/>
        <a:ext cx="4079287" cy="1513113"/>
      </dsp:txXfrm>
    </dsp:sp>
    <dsp:sp modelId="{4FACC100-EB9F-425E-AFBD-43B74F94EFC6}">
      <dsp:nvSpPr>
        <dsp:cNvPr id="0" name=""/>
        <dsp:cNvSpPr/>
      </dsp:nvSpPr>
      <dsp:spPr>
        <a:xfrm>
          <a:off x="0" y="1892039"/>
          <a:ext cx="5826934" cy="15131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0071F6-B015-4A4D-9CD4-C6AE3E4DA2AF}">
      <dsp:nvSpPr>
        <dsp:cNvPr id="0" name=""/>
        <dsp:cNvSpPr/>
      </dsp:nvSpPr>
      <dsp:spPr>
        <a:xfrm>
          <a:off x="457716" y="2232489"/>
          <a:ext cx="832212" cy="8322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59429B-D9FB-447B-961E-4B148507194E}">
      <dsp:nvSpPr>
        <dsp:cNvPr id="0" name=""/>
        <dsp:cNvSpPr/>
      </dsp:nvSpPr>
      <dsp:spPr>
        <a:xfrm>
          <a:off x="1747646" y="1892039"/>
          <a:ext cx="4079287" cy="1513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138" tIns="160138" rIns="160138" bIns="16013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Managers can monitor the overall distribution of predicted risk for upcoming dates and adjust pricing and marketing actions if many bookings look risky</a:t>
          </a:r>
        </a:p>
      </dsp:txBody>
      <dsp:txXfrm>
        <a:off x="1747646" y="1892039"/>
        <a:ext cx="4079287" cy="1513113"/>
      </dsp:txXfrm>
    </dsp:sp>
    <dsp:sp modelId="{E7AFA644-59AA-4521-9A22-427653D6E7E7}">
      <dsp:nvSpPr>
        <dsp:cNvPr id="0" name=""/>
        <dsp:cNvSpPr/>
      </dsp:nvSpPr>
      <dsp:spPr>
        <a:xfrm>
          <a:off x="0" y="3783431"/>
          <a:ext cx="5826934" cy="15131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287B31-A34C-40DF-910F-19CE195A84A9}">
      <dsp:nvSpPr>
        <dsp:cNvPr id="0" name=""/>
        <dsp:cNvSpPr/>
      </dsp:nvSpPr>
      <dsp:spPr>
        <a:xfrm>
          <a:off x="457716" y="4123882"/>
          <a:ext cx="832212" cy="8322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19BDC4-DB19-427F-8ED4-37EF95BC863F}">
      <dsp:nvSpPr>
        <dsp:cNvPr id="0" name=""/>
        <dsp:cNvSpPr/>
      </dsp:nvSpPr>
      <dsp:spPr>
        <a:xfrm>
          <a:off x="1747646" y="3783431"/>
          <a:ext cx="4079287" cy="1513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138" tIns="160138" rIns="160138" bIns="16013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model should be retrained on newer data at regular intervals, for example once per year or when booking patterns change, to keep performance stable and relevant</a:t>
          </a:r>
        </a:p>
      </dsp:txBody>
      <dsp:txXfrm>
        <a:off x="1747646" y="3783431"/>
        <a:ext cx="4079287" cy="15131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ED71F-7E40-4160-8F95-D9C9F18CD8B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E932B-CA1E-4090-85EA-1A2FB3AAA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89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932B-CA1E-4090-85EA-1A2FB3AAA6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6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2AD70-FD86-E854-8244-6D887D682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E90A2-9C9A-9518-CB3E-092813EE4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349F55-2306-1C5A-FF5F-22F4F71AB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D278E-2BF1-1F9A-0444-3B4BB372FE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932B-CA1E-4090-85EA-1A2FB3AAA62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03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9C10D-5EA1-7E8B-5863-18F86E862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B7FD9-81F2-6A8F-EDED-410883246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653AE-D907-4D9B-31F4-054FD8D3B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723B8-F0DB-2F8B-94E3-64C262576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932B-CA1E-4090-85EA-1A2FB3AAA62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53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E1672-E1A2-9C5A-6823-03F5F1297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B1926-696E-0736-810E-AE90AE02E7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2B3F4-B70E-A719-2C5A-9AA24DD76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CCEF8-3D43-32F6-E029-BE4254F33D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932B-CA1E-4090-85EA-1A2FB3AAA62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436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2F30B-4346-A087-318C-6EDE0801E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FA6BC-C260-145D-55A6-D065A27F5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53D38-CC39-BB28-1617-9D6044C7B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2842E-7463-EBDE-BB97-5B6E07EFF7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932B-CA1E-4090-85EA-1A2FB3AAA62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081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162DA-6802-AFA4-5ED9-9C3C28670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4F3ED7-50BF-C840-9BBA-536177717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DF932F-BB8E-99DB-CA15-D49DB2BC2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6D19A-DED4-0B19-9253-3664A2E96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932B-CA1E-4090-85EA-1A2FB3AAA62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71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829800" cy="2387600"/>
          </a:xfrm>
        </p:spPr>
        <p:txBody>
          <a:bodyPr anchor="b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8298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9549D6DC-E1CB-4874-BF52-C3407230D20E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50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3E51-B7F7-4C24-B8E3-5471755DC0E0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44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1A59F-D956-4598-A3C1-AE72A5387751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38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BBD69-7BD3-4731-8064-242619E92CBE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05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9131"/>
            <a:ext cx="5157787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10625"/>
            <a:ext cx="5157787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9131"/>
            <a:ext cx="5183188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10625"/>
            <a:ext cx="5183188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77D9-239F-488B-9358-023C46BC7084}" type="datetime1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80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1C24-7140-4FDE-92F3-654C6E2D3C1C}" type="datetime1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61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6ACF-ECB9-4B5F-A429-08B8AC75E8EF}" type="datetime1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198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6326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31521"/>
            <a:ext cx="6172200" cy="512953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B429B-EE2A-486A-BDB9-0C848B4FAFDD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3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1564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7257"/>
            <a:ext cx="6172200" cy="517379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5FE4A-CB8D-40AB-BFFC-AAF37EA071CB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60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1D81-C4B9-4A87-89A7-22E29E6C9200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26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31520"/>
            <a:ext cx="2628900" cy="53780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31520"/>
            <a:ext cx="7734300" cy="53780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7718-69F7-427E-95A3-C1246AF46913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726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</a:extLst>
            </p:cNvPr>
            <p:cNvCxnSpPr>
              <a:cxnSpLocks/>
            </p:cNvCxnSpPr>
            <p:nvPr/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</a:extLst>
            </p:cNvPr>
            <p:cNvCxnSpPr>
              <a:cxnSpLocks/>
            </p:cNvCxnSpPr>
            <p:nvPr/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</a:extLst>
            </p:cNvPr>
            <p:cNvSpPr/>
            <p:nvPr/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</a:extLst>
            </p:cNvPr>
            <p:cNvSpPr/>
            <p:nvPr/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89408"/>
            <a:ext cx="10515600" cy="3821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0517C94-3B1E-4991-BED3-41F8B0158A00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467" y="3246434"/>
            <a:ext cx="628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73BAE12-D270-459D-897B-6833652BB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3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" TargetMode="External"/><Relationship Id="rId2" Type="http://schemas.openxmlformats.org/officeDocument/2006/relationships/hyperlink" Target="https://www.kaggle.com/datasets/jessemostipak/hotel-booking-deman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A38827F1-3359-44F6-9009-43AE2B17F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"/>
            <a:ext cx="12192001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7AFAD67-5350-4773-886F-D6DD7E66D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7346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EAC35AFC-08D7-37E8-F329-B200FBD4D2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612" r="-1" b="19123"/>
          <a:stretch>
            <a:fillRect/>
          </a:stretch>
        </p:blipFill>
        <p:spPr>
          <a:xfrm>
            <a:off x="20" y="-1"/>
            <a:ext cx="12188932" cy="6873465"/>
          </a:xfrm>
          <a:prstGeom prst="rect">
            <a:avLst/>
          </a:prstGeom>
          <a:ln w="12700">
            <a:noFill/>
          </a:ln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654AC0FE-C43D-49AC-9730-284354DEC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8366" y="87"/>
            <a:ext cx="10933011" cy="6864297"/>
            <a:chOff x="628366" y="87"/>
            <a:chExt cx="10933011" cy="6864297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46F6FE9-8F24-4E96-8FA6-DABE61A20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1282750" y="3429044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0C5E755-8FD9-4EBF-978B-015F9339F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6688336" y="3429043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C7F63B7-3E85-42EC-8447-F6699247EC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28366" y="3413532"/>
              <a:ext cx="2585819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Graphic 11">
              <a:extLst>
                <a:ext uri="{FF2B5EF4-FFF2-40B4-BE49-F238E27FC236}">
                  <a16:creationId xmlns:a16="http://schemas.microsoft.com/office/drawing/2014/main" id="{AFDFA9EA-AAC0-416F-A0E9-ACD410E9D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2063" y="702002"/>
              <a:ext cx="5759819" cy="6155995"/>
            </a:xfrm>
            <a:custGeom>
              <a:avLst/>
              <a:gdLst>
                <a:gd name="connsiteX0" fmla="*/ 0 w 4320540"/>
                <a:gd name="connsiteY0" fmla="*/ 4617720 h 4617719"/>
                <a:gd name="connsiteX1" fmla="*/ 0 w 4320540"/>
                <a:gd name="connsiteY1" fmla="*/ 4268439 h 4617719"/>
                <a:gd name="connsiteX2" fmla="*/ 0 w 4320540"/>
                <a:gd name="connsiteY2" fmla="*/ 2052352 h 4617719"/>
                <a:gd name="connsiteX3" fmla="*/ 2160270 w 4320540"/>
                <a:gd name="connsiteY3" fmla="*/ 0 h 4617719"/>
                <a:gd name="connsiteX4" fmla="*/ 2160270 w 4320540"/>
                <a:gd name="connsiteY4" fmla="*/ 0 h 4617719"/>
                <a:gd name="connsiteX5" fmla="*/ 4320540 w 4320540"/>
                <a:gd name="connsiteY5" fmla="*/ 2052352 h 4617719"/>
                <a:gd name="connsiteX6" fmla="*/ 4320540 w 4320540"/>
                <a:gd name="connsiteY6" fmla="*/ 2782443 h 4617719"/>
                <a:gd name="connsiteX7" fmla="*/ 4320540 w 4320540"/>
                <a:gd name="connsiteY7" fmla="*/ 4617720 h 4617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20540" h="4617719">
                  <a:moveTo>
                    <a:pt x="0" y="4617720"/>
                  </a:moveTo>
                  <a:lnTo>
                    <a:pt x="0" y="4268439"/>
                  </a:lnTo>
                  <a:lnTo>
                    <a:pt x="0" y="2052352"/>
                  </a:lnTo>
                  <a:cubicBezTo>
                    <a:pt x="0" y="918877"/>
                    <a:pt x="967169" y="0"/>
                    <a:pt x="2160270" y="0"/>
                  </a:cubicBezTo>
                  <a:lnTo>
                    <a:pt x="2160270" y="0"/>
                  </a:lnTo>
                  <a:cubicBezTo>
                    <a:pt x="3353372" y="0"/>
                    <a:pt x="4320540" y="918877"/>
                    <a:pt x="4320540" y="2052352"/>
                  </a:cubicBezTo>
                  <a:lnTo>
                    <a:pt x="4320540" y="2782443"/>
                  </a:lnTo>
                  <a:lnTo>
                    <a:pt x="4320540" y="4617720"/>
                  </a:ln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4EF7E7E-9948-4D78-BE70-F624A62D8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74010" y="3413529"/>
              <a:ext cx="258736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975AAAB-9AEC-496F-94E4-CE5330CB4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2421" y="3431507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B5BF383-42C5-4FE4-894A-17B84AF22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6164" y="3435428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B859AF8-DBE8-F4C2-B4DA-2F4D9874C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4931" y="1456233"/>
            <a:ext cx="5248275" cy="2387600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Hotel Booking Cancellation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474B9A-8644-67A1-7501-C776C242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7612" y="3796366"/>
            <a:ext cx="5248275" cy="865198"/>
          </a:xfrm>
        </p:spPr>
        <p:txBody>
          <a:bodyPr anchor="ctr">
            <a:norm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MIS 637 - Data Analytics and Machine Learning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D51F794-3E49-ABFD-9AAF-9102E83C2188}"/>
              </a:ext>
            </a:extLst>
          </p:cNvPr>
          <p:cNvSpPr txBox="1">
            <a:spLocks/>
          </p:cNvSpPr>
          <p:nvPr/>
        </p:nvSpPr>
        <p:spPr>
          <a:xfrm>
            <a:off x="3477834" y="4774266"/>
            <a:ext cx="2122866" cy="19694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FFFFFF"/>
                </a:solidFill>
              </a:rPr>
              <a:t>Prepared by:</a:t>
            </a:r>
          </a:p>
          <a:p>
            <a:pPr>
              <a:lnSpc>
                <a:spcPct val="120000"/>
              </a:lnSpc>
            </a:pPr>
            <a:r>
              <a:rPr lang="en-US" sz="1600">
                <a:solidFill>
                  <a:srgbClr val="FFFFFF"/>
                </a:solidFill>
              </a:rPr>
              <a:t>Tejal Rajendra Kuwar</a:t>
            </a:r>
            <a:br>
              <a:rPr lang="en-US" sz="1600"/>
            </a:br>
            <a:r>
              <a:rPr lang="en-US" sz="1600">
                <a:solidFill>
                  <a:srgbClr val="FFFFFF"/>
                </a:solidFill>
              </a:rPr>
              <a:t>Bhawna</a:t>
            </a:r>
            <a:br>
              <a:rPr lang="en-US" sz="1600"/>
            </a:br>
            <a:r>
              <a:rPr lang="en-US" sz="1600">
                <a:solidFill>
                  <a:srgbClr val="FFFFFF"/>
                </a:solidFill>
              </a:rPr>
              <a:t>Akshay </a:t>
            </a:r>
            <a:r>
              <a:rPr lang="en-US" sz="1600" err="1">
                <a:solidFill>
                  <a:srgbClr val="FFFFFF"/>
                </a:solidFill>
              </a:rPr>
              <a:t>Vanaparthi</a:t>
            </a:r>
            <a:br>
              <a:rPr lang="en-US" sz="1600"/>
            </a:br>
            <a:r>
              <a:rPr lang="en-US" sz="1600">
                <a:solidFill>
                  <a:srgbClr val="FFFFFF"/>
                </a:solidFill>
              </a:rPr>
              <a:t>Nithin Reddy Venna</a:t>
            </a:r>
            <a:br>
              <a:rPr lang="en-US" sz="1600"/>
            </a:br>
            <a:r>
              <a:rPr lang="en-US" sz="1600">
                <a:solidFill>
                  <a:srgbClr val="FFFFFF"/>
                </a:solidFill>
              </a:rPr>
              <a:t>Yashika 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07BF20F-CD7F-E4CB-2879-AC9AD5D9D65E}"/>
              </a:ext>
            </a:extLst>
          </p:cNvPr>
          <p:cNvSpPr txBox="1">
            <a:spLocks/>
          </p:cNvSpPr>
          <p:nvPr/>
        </p:nvSpPr>
        <p:spPr>
          <a:xfrm>
            <a:off x="6049068" y="4723256"/>
            <a:ext cx="3003178" cy="825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FFFFFF"/>
                </a:solidFill>
              </a:rPr>
              <a:t>Professor:</a:t>
            </a:r>
          </a:p>
          <a:p>
            <a:pPr>
              <a:lnSpc>
                <a:spcPct val="120000"/>
              </a:lnSpc>
            </a:pPr>
            <a:r>
              <a:rPr lang="en-US" sz="1600">
                <a:solidFill>
                  <a:srgbClr val="FFFFFF"/>
                </a:solidFill>
              </a:rPr>
              <a:t>Prof. Mahmoud Daneshmand</a:t>
            </a:r>
          </a:p>
        </p:txBody>
      </p:sp>
    </p:spTree>
    <p:extLst>
      <p:ext uri="{BB962C8B-B14F-4D97-AF65-F5344CB8AC3E}">
        <p14:creationId xmlns:p14="http://schemas.microsoft.com/office/powerpoint/2010/main" val="4033334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903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16231A-2A38-39E0-EC5B-67FF7E0E0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1337"/>
            <a:ext cx="5836754" cy="2711736"/>
          </a:xfrm>
        </p:spPr>
        <p:txBody>
          <a:bodyPr>
            <a:normAutofit/>
          </a:bodyPr>
          <a:lstStyle/>
          <a:p>
            <a:r>
              <a:rPr lang="en-US"/>
              <a:t>Table of content: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966B9-9838-FDB4-A5FA-C419B994C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506917"/>
            <a:ext cx="5836754" cy="39459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Introduction – Problem statement</a:t>
            </a:r>
          </a:p>
          <a:p>
            <a:r>
              <a:rPr lang="en-US"/>
              <a:t>Methodology – CRISP-DM</a:t>
            </a:r>
          </a:p>
          <a:p>
            <a:r>
              <a:rPr lang="en-US">
                <a:ea typeface="+mn-lt"/>
                <a:cs typeface="+mn-lt"/>
              </a:rPr>
              <a:t>Understanding the Random Forest Algorithm </a:t>
            </a:r>
            <a:endParaRPr lang="en-US"/>
          </a:p>
          <a:p>
            <a:r>
              <a:rPr lang="en-US"/>
              <a:t>Performance Comparison</a:t>
            </a:r>
          </a:p>
          <a:p>
            <a:r>
              <a:rPr lang="en-US"/>
              <a:t>Result Analysis</a:t>
            </a:r>
          </a:p>
          <a:p>
            <a:r>
              <a:rPr lang="en-US"/>
              <a:t>Conclusion</a:t>
            </a:r>
          </a:p>
          <a:p>
            <a:r>
              <a:rPr lang="en-US"/>
              <a:t>References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3E72256-336B-4C56-A208-D12E28599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3816" y="-6437"/>
            <a:ext cx="4133553" cy="6864437"/>
            <a:chOff x="7433816" y="-6437"/>
            <a:chExt cx="4133553" cy="686443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D1A7D90-D071-42CE-8999-521FE5EB0C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3435437"/>
              <a:ext cx="55597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8BA3207-8B24-423E-876F-EED4F64FC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7990199" y="840583"/>
              <a:ext cx="3021199" cy="5189709"/>
            </a:xfrm>
            <a:custGeom>
              <a:avLst/>
              <a:gdLst>
                <a:gd name="connsiteX0" fmla="*/ 1700213 w 3400426"/>
                <a:gd name="connsiteY0" fmla="*/ 5841130 h 5841130"/>
                <a:gd name="connsiteX1" fmla="*/ 0 w 3400426"/>
                <a:gd name="connsiteY1" fmla="*/ 4140917 h 5841130"/>
                <a:gd name="connsiteX2" fmla="*/ 0 w 3400426"/>
                <a:gd name="connsiteY2" fmla="*/ 3536080 h 5841130"/>
                <a:gd name="connsiteX3" fmla="*/ 0 w 3400426"/>
                <a:gd name="connsiteY3" fmla="*/ 3536080 h 5841130"/>
                <a:gd name="connsiteX4" fmla="*/ 0 w 3400426"/>
                <a:gd name="connsiteY4" fmla="*/ 1700213 h 5841130"/>
                <a:gd name="connsiteX5" fmla="*/ 1700213 w 3400426"/>
                <a:gd name="connsiteY5" fmla="*/ 0 h 5841130"/>
                <a:gd name="connsiteX6" fmla="*/ 3400426 w 3400426"/>
                <a:gd name="connsiteY6" fmla="*/ 1700213 h 5841130"/>
                <a:gd name="connsiteX7" fmla="*/ 3400426 w 3400426"/>
                <a:gd name="connsiteY7" fmla="*/ 2305050 h 5841130"/>
                <a:gd name="connsiteX8" fmla="*/ 3400426 w 3400426"/>
                <a:gd name="connsiteY8" fmla="*/ 2305050 h 5841130"/>
                <a:gd name="connsiteX9" fmla="*/ 3400426 w 3400426"/>
                <a:gd name="connsiteY9" fmla="*/ 4140917 h 5841130"/>
                <a:gd name="connsiteX10" fmla="*/ 1700213 w 3400426"/>
                <a:gd name="connsiteY10" fmla="*/ 5841130 h 5841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00426" h="5841130">
                  <a:moveTo>
                    <a:pt x="1700213" y="5841130"/>
                  </a:moveTo>
                  <a:cubicBezTo>
                    <a:pt x="761211" y="5841130"/>
                    <a:pt x="0" y="5079919"/>
                    <a:pt x="0" y="4140917"/>
                  </a:cubicBezTo>
                  <a:lnTo>
                    <a:pt x="0" y="3536080"/>
                  </a:lnTo>
                  <a:lnTo>
                    <a:pt x="0" y="3536080"/>
                  </a:lnTo>
                  <a:lnTo>
                    <a:pt x="0" y="1700213"/>
                  </a:lnTo>
                  <a:cubicBezTo>
                    <a:pt x="0" y="761211"/>
                    <a:pt x="761211" y="0"/>
                    <a:pt x="1700213" y="0"/>
                  </a:cubicBezTo>
                  <a:cubicBezTo>
                    <a:pt x="2639215" y="0"/>
                    <a:pt x="3400426" y="761211"/>
                    <a:pt x="3400426" y="1700213"/>
                  </a:cubicBezTo>
                  <a:lnTo>
                    <a:pt x="3400426" y="2305050"/>
                  </a:lnTo>
                  <a:lnTo>
                    <a:pt x="3400426" y="2305050"/>
                  </a:lnTo>
                  <a:lnTo>
                    <a:pt x="3400426" y="4140917"/>
                  </a:lnTo>
                  <a:cubicBezTo>
                    <a:pt x="3400426" y="5079919"/>
                    <a:pt x="2639215" y="5841130"/>
                    <a:pt x="1700213" y="5841130"/>
                  </a:cubicBezTo>
                  <a:close/>
                </a:path>
              </a:pathLst>
            </a:cu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36E21C5-DC18-4475-9613-1AF97FC0C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98849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8498F04-5415-4A8B-A069-CF07486EC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11398" y="3435437"/>
              <a:ext cx="55597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Graphic 8">
              <a:extLst>
                <a:ext uri="{FF2B5EF4-FFF2-40B4-BE49-F238E27FC236}">
                  <a16:creationId xmlns:a16="http://schemas.microsoft.com/office/drawing/2014/main" id="{7536A5CA-5F9D-44C7-87C6-A12CF740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3982" y="0"/>
              <a:ext cx="3021199" cy="1510599"/>
            </a:xfrm>
            <a:custGeom>
              <a:avLst/>
              <a:gdLst>
                <a:gd name="connsiteX0" fmla="*/ 4467225 w 4467225"/>
                <a:gd name="connsiteY0" fmla="*/ 0 h 2233612"/>
                <a:gd name="connsiteX1" fmla="*/ 2233613 w 4467225"/>
                <a:gd name="connsiteY1" fmla="*/ 2233613 h 2233612"/>
                <a:gd name="connsiteX2" fmla="*/ 0 w 4467225"/>
                <a:gd name="connsiteY2" fmla="*/ 0 h 223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67225" h="2233612">
                  <a:moveTo>
                    <a:pt x="4467225" y="0"/>
                  </a:moveTo>
                  <a:cubicBezTo>
                    <a:pt x="4467225" y="1233583"/>
                    <a:pt x="3467195" y="2233613"/>
                    <a:pt x="2233613" y="2233613"/>
                  </a:cubicBezTo>
                  <a:cubicBezTo>
                    <a:pt x="1000030" y="2233613"/>
                    <a:pt x="0" y="1233583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Graphic 8">
              <a:extLst>
                <a:ext uri="{FF2B5EF4-FFF2-40B4-BE49-F238E27FC236}">
                  <a16:creationId xmlns:a16="http://schemas.microsoft.com/office/drawing/2014/main" id="{BE6FB307-61DF-42E4-ACB8-4E47813A81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7985885" y="5347397"/>
              <a:ext cx="3021199" cy="1510599"/>
            </a:xfrm>
            <a:custGeom>
              <a:avLst/>
              <a:gdLst>
                <a:gd name="connsiteX0" fmla="*/ 4467225 w 4467225"/>
                <a:gd name="connsiteY0" fmla="*/ 0 h 2233612"/>
                <a:gd name="connsiteX1" fmla="*/ 2233613 w 4467225"/>
                <a:gd name="connsiteY1" fmla="*/ 2233613 h 2233612"/>
                <a:gd name="connsiteX2" fmla="*/ 0 w 4467225"/>
                <a:gd name="connsiteY2" fmla="*/ 0 h 223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67225" h="2233612">
                  <a:moveTo>
                    <a:pt x="4467225" y="0"/>
                  </a:moveTo>
                  <a:cubicBezTo>
                    <a:pt x="4467225" y="1233583"/>
                    <a:pt x="3467195" y="2233613"/>
                    <a:pt x="2233613" y="2233613"/>
                  </a:cubicBezTo>
                  <a:cubicBezTo>
                    <a:pt x="1000030" y="2233613"/>
                    <a:pt x="0" y="1233583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7C9104A-0B2E-42A7-8F27-CCEFDBA90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3816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7C0EC34-7095-4362-AA58-F572131373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C19E597-F67B-455A-9D77-8B564DC5DB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581337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CFF4279-F451-4DED-87EB-1899D7E4EB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6276734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06273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4ED78-264F-3A77-66B2-6F4D27A37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-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517DF-F07C-17C7-1838-72559BC37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Hotels lose revenue when guests cancel late or do not show</a:t>
            </a:r>
          </a:p>
          <a:p>
            <a:r>
              <a:rPr lang="en-US"/>
              <a:t>Over booking is used to protect revenue but can hurt guest experience if not planned carefully</a:t>
            </a:r>
          </a:p>
          <a:p>
            <a:r>
              <a:rPr lang="en-US" b="1"/>
              <a:t>Our goal </a:t>
            </a:r>
            <a:r>
              <a:rPr lang="en-US"/>
              <a:t>– To predict at booking time whether a reservation is likely to be cancelled</a:t>
            </a:r>
          </a:p>
          <a:p>
            <a:r>
              <a:rPr lang="en-US"/>
              <a:t>With a reliable prediction, the hotel can:</a:t>
            </a:r>
          </a:p>
          <a:p>
            <a:pPr lvl="1"/>
            <a:r>
              <a:rPr lang="en-US"/>
              <a:t>Choose over booking levels more intelligently</a:t>
            </a:r>
          </a:p>
          <a:p>
            <a:pPr lvl="1"/>
            <a:r>
              <a:rPr lang="en-US"/>
              <a:t>Focus confirmation efforts on high-risk bookings</a:t>
            </a:r>
          </a:p>
          <a:p>
            <a:pPr lvl="1"/>
            <a:r>
              <a:rPr lang="en-US"/>
              <a:t>Protect service quality for low-risk bookings</a:t>
            </a:r>
          </a:p>
        </p:txBody>
      </p:sp>
    </p:spTree>
    <p:extLst>
      <p:ext uri="{BB962C8B-B14F-4D97-AF65-F5344CB8AC3E}">
        <p14:creationId xmlns:p14="http://schemas.microsoft.com/office/powerpoint/2010/main" val="4229000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AE6FDE22-1F54-452D-A9BA-1BE9FDB53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"/>
            <a:ext cx="12192001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06127CE-6F15-49AE-9751-398F3AC67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38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167D4D-1DAE-8AD4-A185-1F51BB00E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285" y="1179468"/>
            <a:ext cx="3620067" cy="1346200"/>
          </a:xfrm>
        </p:spPr>
        <p:txBody>
          <a:bodyPr anchor="b">
            <a:noAutofit/>
          </a:bodyPr>
          <a:lstStyle/>
          <a:p>
            <a:r>
              <a:rPr lang="en-US"/>
              <a:t>Methodology - CRISP – DM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AA61E-9E39-1C84-2AAD-FD68A42C7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699" y="2597150"/>
            <a:ext cx="4396835" cy="4057650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US" sz="1700"/>
              <a:t>We followed the standard CRISP DM framework</a:t>
            </a:r>
          </a:p>
          <a:p>
            <a:pPr lvl="1">
              <a:lnSpc>
                <a:spcPct val="100000"/>
              </a:lnSpc>
            </a:pPr>
            <a:r>
              <a:rPr lang="en-US" sz="1500" b="1"/>
              <a:t>Business understanding </a:t>
            </a:r>
            <a:r>
              <a:rPr lang="en-US" sz="1500"/>
              <a:t>- Defines the hotel cancellation problem and objectives</a:t>
            </a:r>
          </a:p>
          <a:p>
            <a:pPr lvl="1">
              <a:lnSpc>
                <a:spcPct val="100000"/>
              </a:lnSpc>
            </a:pPr>
            <a:r>
              <a:rPr lang="en-US" sz="1500" b="1"/>
              <a:t>Data understanding </a:t>
            </a:r>
            <a:r>
              <a:rPr lang="en-US" sz="1500"/>
              <a:t>- Exploring the hotel bookings data set</a:t>
            </a:r>
          </a:p>
          <a:p>
            <a:pPr lvl="1">
              <a:lnSpc>
                <a:spcPct val="100000"/>
              </a:lnSpc>
            </a:pPr>
            <a:r>
              <a:rPr lang="en-US" sz="1500" b="1"/>
              <a:t>Data preparation </a:t>
            </a:r>
            <a:r>
              <a:rPr lang="en-US" sz="1500"/>
              <a:t>- Cleaning data, handling missing values, encoding features and splitting into train and test datasets</a:t>
            </a:r>
          </a:p>
          <a:p>
            <a:pPr lvl="1">
              <a:lnSpc>
                <a:spcPct val="100000"/>
              </a:lnSpc>
            </a:pPr>
            <a:r>
              <a:rPr lang="en-US" sz="1500" b="1"/>
              <a:t>Modelling</a:t>
            </a:r>
            <a:r>
              <a:rPr lang="en-US" sz="1500"/>
              <a:t> - Building several predictive models including Random Forest</a:t>
            </a:r>
          </a:p>
          <a:p>
            <a:pPr lvl="1">
              <a:lnSpc>
                <a:spcPct val="100000"/>
              </a:lnSpc>
            </a:pPr>
            <a:r>
              <a:rPr lang="en-US" sz="1500" b="1"/>
              <a:t>Evaluation</a:t>
            </a:r>
            <a:r>
              <a:rPr lang="en-US" sz="1500"/>
              <a:t> - Compare models on accuracy, </a:t>
            </a:r>
            <a:r>
              <a:rPr lang="en-US" sz="1500" i="1"/>
              <a:t>ROC - AUC  </a:t>
            </a:r>
            <a:r>
              <a:rPr lang="en-US" sz="1500"/>
              <a:t>and inspect confusion matrices</a:t>
            </a:r>
          </a:p>
          <a:p>
            <a:pPr lvl="1">
              <a:lnSpc>
                <a:spcPct val="100000"/>
              </a:lnSpc>
            </a:pPr>
            <a:r>
              <a:rPr lang="en-US" sz="1500" b="1"/>
              <a:t>Deployment</a:t>
            </a:r>
            <a:r>
              <a:rPr lang="en-US" sz="1500"/>
              <a:t> - Designing a simple way the hotel could use the final model in its booking system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CAB7548-8099-4066-AA4A-668904679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68579" y="-6437"/>
            <a:ext cx="6403756" cy="6864437"/>
            <a:chOff x="5168579" y="-6437"/>
            <a:chExt cx="6403756" cy="686443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DD6D54C-5C05-40DE-8EAF-FA50D609A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3375606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B0CFF5B-7CFC-4A1B-811A-262201C049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567246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BD7D63C-11FE-48D4-8433-A188CDAB23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62643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0EB69FA-9640-4C07-9993-F74D211FB5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V="1">
              <a:off x="8362244" y="565603"/>
              <a:ext cx="0" cy="569704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87ECAA-6BDB-4356-A66A-D28C7026B6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8579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FC3365E-17A9-4CC8-BE01-3969BF4C8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0D2772B-B5BE-9844-9482-EBA826163F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8" b="-467"/>
          <a:stretch>
            <a:fillRect/>
          </a:stretch>
        </p:blipFill>
        <p:spPr>
          <a:xfrm>
            <a:off x="5352373" y="1126412"/>
            <a:ext cx="6071687" cy="4547308"/>
          </a:xfrm>
          <a:custGeom>
            <a:avLst/>
            <a:gdLst/>
            <a:ahLst/>
            <a:cxnLst/>
            <a:rect l="l" t="t" r="r" b="b"/>
            <a:pathLst>
              <a:path w="6391928" h="4660591">
                <a:moveTo>
                  <a:pt x="2329728" y="0"/>
                </a:moveTo>
                <a:lnTo>
                  <a:pt x="2398607" y="0"/>
                </a:lnTo>
                <a:lnTo>
                  <a:pt x="3158515" y="0"/>
                </a:lnTo>
                <a:lnTo>
                  <a:pt x="3993320" y="0"/>
                </a:lnTo>
                <a:lnTo>
                  <a:pt x="4062199" y="0"/>
                </a:lnTo>
                <a:cubicBezTo>
                  <a:pt x="5348874" y="0"/>
                  <a:pt x="6391928" y="1043309"/>
                  <a:pt x="6391928" y="2330293"/>
                </a:cubicBezTo>
                <a:cubicBezTo>
                  <a:pt x="6391928" y="3617285"/>
                  <a:pt x="5348874" y="4660591"/>
                  <a:pt x="4062199" y="4660591"/>
                </a:cubicBezTo>
                <a:lnTo>
                  <a:pt x="3993320" y="4660591"/>
                </a:lnTo>
                <a:lnTo>
                  <a:pt x="3233415" y="4660591"/>
                </a:lnTo>
                <a:lnTo>
                  <a:pt x="2398607" y="4660591"/>
                </a:lnTo>
                <a:lnTo>
                  <a:pt x="2329728" y="4660591"/>
                </a:lnTo>
                <a:cubicBezTo>
                  <a:pt x="1043053" y="4660591"/>
                  <a:pt x="0" y="3617281"/>
                  <a:pt x="0" y="2330297"/>
                </a:cubicBezTo>
                <a:cubicBezTo>
                  <a:pt x="0" y="1043306"/>
                  <a:pt x="1043053" y="0"/>
                  <a:pt x="2329728" y="0"/>
                </a:cubicBezTo>
                <a:close/>
              </a:path>
            </a:pathLst>
          </a:custGeom>
          <a:ln w="12700">
            <a:solidFill>
              <a:schemeClr val="accent4"/>
            </a:solidFill>
          </a:ln>
        </p:spPr>
      </p:pic>
    </p:spTree>
    <p:extLst>
      <p:ext uri="{BB962C8B-B14F-4D97-AF65-F5344CB8AC3E}">
        <p14:creationId xmlns:p14="http://schemas.microsoft.com/office/powerpoint/2010/main" val="916073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E6FDE22-1F54-452D-A9BA-1BE9FDB53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C01FB2-6D50-41C9-BE00-29B0F9925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52C43C-48E9-8EB1-7676-C31F38B5C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491"/>
            <a:ext cx="4276541" cy="5705015"/>
          </a:xfrm>
        </p:spPr>
        <p:txBody>
          <a:bodyPr anchor="ctr">
            <a:normAutofit/>
          </a:bodyPr>
          <a:lstStyle/>
          <a:p>
            <a:r>
              <a:rPr lang="en-US" sz="5200"/>
              <a:t>1. Business Understanding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83AAAC-BA63-BC39-777A-07427D1D74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1844826"/>
              </p:ext>
            </p:extLst>
          </p:nvPr>
        </p:nvGraphicFramePr>
        <p:xfrm>
          <a:off x="6147621" y="576492"/>
          <a:ext cx="5400858" cy="5705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0709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A349D2-C15B-D478-1743-503BAC77D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E6FDE22-1F54-452D-A9BA-1BE9FDB53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C01FB2-6D50-41C9-BE00-29B0F9925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BA935D-3BD6-D7A3-5443-7624AFEAA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491"/>
            <a:ext cx="4276541" cy="5705015"/>
          </a:xfrm>
        </p:spPr>
        <p:txBody>
          <a:bodyPr anchor="ctr">
            <a:normAutofit/>
          </a:bodyPr>
          <a:lstStyle/>
          <a:p>
            <a:r>
              <a:rPr lang="en-US" sz="5200"/>
              <a:t>2. Data Understanding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4664E1-E551-462F-BDCB-4953E26AD9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2579753"/>
              </p:ext>
            </p:extLst>
          </p:nvPr>
        </p:nvGraphicFramePr>
        <p:xfrm>
          <a:off x="6147621" y="576492"/>
          <a:ext cx="5400858" cy="5705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39195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59AD101-BC08-433A-AD99-409B66C2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788242-4E16-4277-AC99-8601B722B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5B2F3D5-480A-70A6-7DC4-140756ADA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519" y="2270248"/>
            <a:ext cx="3798436" cy="23186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Understanding the dataset before processing</a:t>
            </a:r>
          </a:p>
          <a:p>
            <a:r>
              <a:rPr lang="en-US">
                <a:ea typeface="+mn-lt"/>
                <a:cs typeface="+mn-lt"/>
              </a:rPr>
              <a:t>Hotel types: ~66% City Hotel, ~34% Resort Hotel</a:t>
            </a:r>
          </a:p>
          <a:p>
            <a:r>
              <a:rPr lang="en-US">
                <a:ea typeface="+mn-lt"/>
                <a:cs typeface="+mn-lt"/>
              </a:rPr>
              <a:t>Target is_canceled: about 37% of bookings are canceled</a:t>
            </a:r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7CB8D36-9DE0-44D4-B67A-16D4F2121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67689" y="-6437"/>
            <a:ext cx="6399627" cy="6864437"/>
            <a:chOff x="5167689" y="-6437"/>
            <a:chExt cx="6399627" cy="686443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3B47A15-9292-4357-AA25-E187AC166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266E215-42AC-4D6A-A37F-B0C2E2FB9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C49225-8670-4B30-BEA8-3CDE3C6DD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581337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12D652B-23A7-429E-A3E1-62ABA17B8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6276734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B1F005A7-6C9B-CD0F-D5C0-0447017C04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3889377"/>
              </p:ext>
            </p:extLst>
          </p:nvPr>
        </p:nvGraphicFramePr>
        <p:xfrm>
          <a:off x="5167512" y="377797"/>
          <a:ext cx="6382446" cy="576172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42625">
                  <a:extLst>
                    <a:ext uri="{9D8B030D-6E8A-4147-A177-3AD203B41FA5}">
                      <a16:colId xmlns:a16="http://schemas.microsoft.com/office/drawing/2014/main" val="2148021226"/>
                    </a:ext>
                  </a:extLst>
                </a:gridCol>
                <a:gridCol w="705079">
                  <a:extLst>
                    <a:ext uri="{9D8B030D-6E8A-4147-A177-3AD203B41FA5}">
                      <a16:colId xmlns:a16="http://schemas.microsoft.com/office/drawing/2014/main" val="3447818862"/>
                    </a:ext>
                  </a:extLst>
                </a:gridCol>
                <a:gridCol w="503499">
                  <a:extLst>
                    <a:ext uri="{9D8B030D-6E8A-4147-A177-3AD203B41FA5}">
                      <a16:colId xmlns:a16="http://schemas.microsoft.com/office/drawing/2014/main" val="2738839601"/>
                    </a:ext>
                  </a:extLst>
                </a:gridCol>
                <a:gridCol w="593090">
                  <a:extLst>
                    <a:ext uri="{9D8B030D-6E8A-4147-A177-3AD203B41FA5}">
                      <a16:colId xmlns:a16="http://schemas.microsoft.com/office/drawing/2014/main" val="480358687"/>
                    </a:ext>
                  </a:extLst>
                </a:gridCol>
                <a:gridCol w="642365">
                  <a:extLst>
                    <a:ext uri="{9D8B030D-6E8A-4147-A177-3AD203B41FA5}">
                      <a16:colId xmlns:a16="http://schemas.microsoft.com/office/drawing/2014/main" val="1668808601"/>
                    </a:ext>
                  </a:extLst>
                </a:gridCol>
                <a:gridCol w="1193349">
                  <a:extLst>
                    <a:ext uri="{9D8B030D-6E8A-4147-A177-3AD203B41FA5}">
                      <a16:colId xmlns:a16="http://schemas.microsoft.com/office/drawing/2014/main" val="431099393"/>
                    </a:ext>
                  </a:extLst>
                </a:gridCol>
                <a:gridCol w="1502439">
                  <a:extLst>
                    <a:ext uri="{9D8B030D-6E8A-4147-A177-3AD203B41FA5}">
                      <a16:colId xmlns:a16="http://schemas.microsoft.com/office/drawing/2014/main" val="1016171003"/>
                    </a:ext>
                  </a:extLst>
                </a:gridCol>
              </a:tblGrid>
              <a:tr h="192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Field_Name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Role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Data_Type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Unique_Values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Missing_Percent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Example_Values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Business_Description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08483477"/>
                  </a:ext>
                </a:extLst>
              </a:tr>
              <a:tr h="107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hotel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Categorical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Resort Hotel; City Hotel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Hotel type (Resort or City)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08856514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is_canceled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Target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Numeric (binary)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0; 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Whether booking was canceled (1) or not (0)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21889400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lead_time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Numeric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479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342; 737; 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Days between booking date and arrival date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59500010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arrival_date_year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 (Date component)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Numeric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2015; 2016; 2017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Year of arrival date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39244789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arrival_date_month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 (Date component)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Categorical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12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July; August; September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Month name of arrival date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88048398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arrival_date_week_number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 (Date component)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Numeric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53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27; 28; 29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Week number of arrival date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74208815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arrival_date_day_of_month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 (Date component)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Numeric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31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1; 2; 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Day of month of arrival date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0867898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stays_in_weekend_nights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Numeric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17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0; 1; 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Number of weekend nights (Sat Sun) stayed or booked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9399332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stays_in_week_nights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Numeric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35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0; 1; 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Number of week nights (Mon Fri) stayed or booked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31895543"/>
                  </a:ext>
                </a:extLst>
              </a:tr>
              <a:tr h="107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adults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Numeric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14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2; 1; 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Number of adults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77589342"/>
                  </a:ext>
                </a:extLst>
              </a:tr>
              <a:tr h="107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children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Numeric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0.0; 1.0; 2.0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Number of children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41615164"/>
                  </a:ext>
                </a:extLst>
              </a:tr>
              <a:tr h="107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babies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Numeric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0; 1; 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Number of babies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08582088"/>
                  </a:ext>
                </a:extLst>
              </a:tr>
              <a:tr h="107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meal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Categorical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BB; FB; HB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Type of meal plan booked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11945201"/>
                  </a:ext>
                </a:extLst>
              </a:tr>
              <a:tr h="107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country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Categorical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177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0.41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PRT; GBR; USA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Country of origin of guests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90441478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market_segment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Categorical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Direct; Corporate; Online TA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Market segment designation such as Online TA or Direct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47884493"/>
                  </a:ext>
                </a:extLst>
              </a:tr>
              <a:tr h="107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distribution_channel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Categorical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Direct; Corporate; TA/TO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Booking distribution channel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77661520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is_repeated_guest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Numeric (binary)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0; 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Flag if the guest has previous bookings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34669535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previous_cancellations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Numeric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15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0; 1; 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Number of previous canceled bookings by the customer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39259863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previous_bookings_not_canceled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Numeric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73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0; 1; 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Number of previous non canceled bookings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86665118"/>
                  </a:ext>
                </a:extLst>
              </a:tr>
              <a:tr h="107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reserved_room_type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Categorical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10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C; A; 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Code of the room type reserved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18210320"/>
                  </a:ext>
                </a:extLst>
              </a:tr>
              <a:tr h="107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assigned_room_type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Categorical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12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C; A; 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Code of the room type assigned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17784412"/>
                  </a:ext>
                </a:extLst>
              </a:tr>
              <a:tr h="192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booking_changes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Numeric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21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3; 4; 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Number of changes made to the booking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9601082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deposit_type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Categorical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No Deposit; Refundable; Non Refund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Type of deposit paid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04762530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agent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Numeric (ID)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333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13.69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304.0; 240.0; 303.0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Identifier of the travel agent that made the booking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2013454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company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Numeric (ID)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352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94.31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110.0; 113.0; 270.0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Identifier of the company that made the booking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32597846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days_in_waiting_list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Numeric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128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0; 50; 47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Number of days the booking was on the waiting list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04557986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customer_type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Categorical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Transient; Contract; Transient-Party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Category of customer (transient contract group etc.)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00909206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adr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Numeric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8879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0.0; 75.0; 98.0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Average daily rate price per night per room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92645968"/>
                  </a:ext>
                </a:extLst>
              </a:tr>
              <a:tr h="192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required_car_parking_spaces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Numeric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0; 1; 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Number of car parking spaces requested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18086457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total_of_special_requests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Input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Numeric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0; 1; 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Number of special requests made by the customer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6529437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reservation_status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Outcome/Leakage (post-booking)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Categorical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Check-Out; Canceled; No-Show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Final reservation status (Canceled Check-Out No-Show)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85960988"/>
                  </a:ext>
                </a:extLst>
              </a:tr>
              <a:tr h="200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reservation_status_date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Outcome/Leakage (post-booking)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Date (string)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926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6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2015-07-01; 2015-07-02; 2015-07-03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Date of last update of the reservation status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40045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2523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FFE7A31-1BD1-E7A9-1366-8A7BA3FC03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8221005"/>
              </p:ext>
            </p:extLst>
          </p:nvPr>
        </p:nvGraphicFramePr>
        <p:xfrm>
          <a:off x="838200" y="1840840"/>
          <a:ext cx="10515600" cy="4114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1351200203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1513606838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1831146035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848748388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84165957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71797355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750507016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79299376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103019697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107709454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93838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1847318728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443792495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389709907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391667545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hotel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err="1">
                          <a:effectLst/>
                        </a:rPr>
                        <a:t>is_canceled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err="1">
                          <a:effectLst/>
                        </a:rPr>
                        <a:t>lead_time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err="1">
                          <a:effectLst/>
                        </a:rPr>
                        <a:t>arrival_date_year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err="1">
                          <a:effectLst/>
                        </a:rPr>
                        <a:t>arrival_date_month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err="1">
                          <a:effectLst/>
                        </a:rPr>
                        <a:t>arrival_date_week_number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err="1">
                          <a:effectLst/>
                        </a:rPr>
                        <a:t>arrival_date_day_of_month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err="1">
                          <a:effectLst/>
                        </a:rPr>
                        <a:t>stays_in_weekend_nights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err="1">
                          <a:effectLst/>
                        </a:rPr>
                        <a:t>stays_in_week_nights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adults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children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babies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meal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country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err="1">
                          <a:effectLst/>
                        </a:rPr>
                        <a:t>market_segment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584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>
                          <a:effectLst/>
                        </a:rPr>
                        <a:t>Resort Hotel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342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2015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July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BB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PRT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Direct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1589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>
                          <a:effectLst/>
                        </a:rPr>
                        <a:t>Resort Hotel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737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2015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July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BB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PRT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Direct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2516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>
                          <a:effectLst/>
                        </a:rPr>
                        <a:t>Resort Hotel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2015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July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BB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GBR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Direct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4984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>
                          <a:effectLst/>
                        </a:rPr>
                        <a:t>Resort Hotel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2015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July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BB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GBR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Corporate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2170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>
                          <a:effectLst/>
                        </a:rPr>
                        <a:t>Resort Hotel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2015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July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BB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GBR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Online 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6795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>
                          <a:effectLst/>
                        </a:rPr>
                        <a:t>Resort Hotel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2015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July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BB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GBR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Online 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4375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>
                          <a:effectLst/>
                        </a:rPr>
                        <a:t>Resort Hotel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2015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July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BB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PRT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Direct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48834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>
                          <a:effectLst/>
                        </a:rPr>
                        <a:t>Resort Hotel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2015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July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FB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PRT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Direct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61325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>
                          <a:effectLst/>
                        </a:rPr>
                        <a:t>Resort Hotel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85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2015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July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BB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PRT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Online 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092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>
                          <a:effectLst/>
                        </a:rPr>
                        <a:t>Resort Hotel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75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2015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July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HB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PRT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Offline TA/TO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3811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>
                          <a:effectLst/>
                        </a:rPr>
                        <a:t>Resort Hotel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2015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July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BB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PRT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Online 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6535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>
                          <a:effectLst/>
                        </a:rPr>
                        <a:t>Resort Hotel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35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2015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July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HB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PRT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Online 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747847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5347B5A9-7138-159F-DD96-2DD79CC42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10515600" cy="1325563"/>
          </a:xfrm>
        </p:spPr>
        <p:txBody>
          <a:bodyPr/>
          <a:lstStyle/>
          <a:p>
            <a:r>
              <a:rPr lang="en-US"/>
              <a:t>Sample Data – before processing</a:t>
            </a:r>
          </a:p>
        </p:txBody>
      </p:sp>
    </p:spTree>
    <p:extLst>
      <p:ext uri="{BB962C8B-B14F-4D97-AF65-F5344CB8AC3E}">
        <p14:creationId xmlns:p14="http://schemas.microsoft.com/office/powerpoint/2010/main" val="4186818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5A5FD-7CFE-9DFB-8F20-B6C801092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E6FDE22-1F54-452D-A9BA-1BE9FDB53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C01FB2-6D50-41C9-BE00-29B0F9925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9D098-7297-B5C4-4817-4C5FF27E1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491"/>
            <a:ext cx="4276541" cy="5705015"/>
          </a:xfrm>
        </p:spPr>
        <p:txBody>
          <a:bodyPr anchor="ctr">
            <a:normAutofit/>
          </a:bodyPr>
          <a:lstStyle/>
          <a:p>
            <a:r>
              <a:rPr lang="en-US" sz="5200"/>
              <a:t>3. Data Preparation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A4B4AD-89CC-2581-9446-6CAFF13D29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3632204"/>
              </p:ext>
            </p:extLst>
          </p:nvPr>
        </p:nvGraphicFramePr>
        <p:xfrm>
          <a:off x="6147621" y="576492"/>
          <a:ext cx="5400858" cy="5705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95163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741B07-1B92-7F3A-7FF5-6599C6CB3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E6FDE22-1F54-452D-A9BA-1BE9FDB53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C01FB2-6D50-41C9-BE00-29B0F9925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C6226D-AE56-3A4B-7428-1E7BD11BD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491"/>
            <a:ext cx="4276541" cy="5705015"/>
          </a:xfrm>
        </p:spPr>
        <p:txBody>
          <a:bodyPr anchor="ctr">
            <a:normAutofit/>
          </a:bodyPr>
          <a:lstStyle/>
          <a:p>
            <a:r>
              <a:rPr lang="en-US" sz="5200"/>
              <a:t>3. Data Preparation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AC8D3D-483F-1293-ECC9-120D044A53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9142014"/>
              </p:ext>
            </p:extLst>
          </p:nvPr>
        </p:nvGraphicFramePr>
        <p:xfrm>
          <a:off x="6095835" y="842822"/>
          <a:ext cx="5400858" cy="5705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13161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059AD101-BC08-433A-AD99-409B66C2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788242-4E16-4277-AC99-8601B722B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ontent Placeholder 9">
            <a:extLst>
              <a:ext uri="{FF2B5EF4-FFF2-40B4-BE49-F238E27FC236}">
                <a16:creationId xmlns:a16="http://schemas.microsoft.com/office/drawing/2014/main" id="{28868038-5405-FC0B-A7C7-1DE9F1A80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979" y="566905"/>
            <a:ext cx="4095092" cy="56100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After preprocessing, our final model input has </a:t>
            </a:r>
            <a:r>
              <a:rPr lang="en-US" b="1">
                <a:ea typeface="+mn-lt"/>
                <a:cs typeface="+mn-lt"/>
              </a:rPr>
              <a:t>231 features</a:t>
            </a:r>
          </a:p>
          <a:p>
            <a:r>
              <a:rPr lang="en-US">
                <a:ea typeface="+mn-lt"/>
                <a:cs typeface="+mn-lt"/>
              </a:rPr>
              <a:t>Original raw variables were a mix of numeric and categorical fields such as lead time, stay length, booking channel and guest history</a:t>
            </a:r>
          </a:p>
          <a:p>
            <a:r>
              <a:rPr lang="en-US">
                <a:ea typeface="+mn-lt"/>
                <a:cs typeface="+mn-lt"/>
              </a:rPr>
              <a:t>Numeric variables were standardized so that they are on a comparable scale</a:t>
            </a:r>
          </a:p>
          <a:p>
            <a:r>
              <a:rPr lang="en-US">
                <a:ea typeface="+mn-lt"/>
                <a:cs typeface="+mn-lt"/>
              </a:rPr>
              <a:t>This expansion from a few dozen raw columns to 231 engineered features allows models like Random Forest and the neural network to capture richer patterns and interactions in the data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7CB8D36-9DE0-44D4-B67A-16D4F2121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67689" y="-6437"/>
            <a:ext cx="6399627" cy="6864437"/>
            <a:chOff x="5167689" y="-6437"/>
            <a:chExt cx="6399627" cy="686443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3B47A15-9292-4357-AA25-E187AC166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266E215-42AC-4D6A-A37F-B0C2E2FB9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DC49225-8670-4B30-BEA8-3CDE3C6DD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581337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12D652B-23A7-429E-A3E1-62ABA17B8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6276734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0DBC9135-92A7-5517-7F3B-C5249492AB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3575895"/>
              </p:ext>
            </p:extLst>
          </p:nvPr>
        </p:nvGraphicFramePr>
        <p:xfrm>
          <a:off x="5176946" y="2454687"/>
          <a:ext cx="6364913" cy="2194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30">
                  <a:extLst>
                    <a:ext uri="{9D8B030D-6E8A-4147-A177-3AD203B41FA5}">
                      <a16:colId xmlns:a16="http://schemas.microsoft.com/office/drawing/2014/main" val="3126598584"/>
                    </a:ext>
                  </a:extLst>
                </a:gridCol>
                <a:gridCol w="761817">
                  <a:extLst>
                    <a:ext uri="{9D8B030D-6E8A-4147-A177-3AD203B41FA5}">
                      <a16:colId xmlns:a16="http://schemas.microsoft.com/office/drawing/2014/main" val="1517160321"/>
                    </a:ext>
                  </a:extLst>
                </a:gridCol>
                <a:gridCol w="1013409">
                  <a:extLst>
                    <a:ext uri="{9D8B030D-6E8A-4147-A177-3AD203B41FA5}">
                      <a16:colId xmlns:a16="http://schemas.microsoft.com/office/drawing/2014/main" val="2819648199"/>
                    </a:ext>
                  </a:extLst>
                </a:gridCol>
                <a:gridCol w="993281">
                  <a:extLst>
                    <a:ext uri="{9D8B030D-6E8A-4147-A177-3AD203B41FA5}">
                      <a16:colId xmlns:a16="http://schemas.microsoft.com/office/drawing/2014/main" val="478038762"/>
                    </a:ext>
                  </a:extLst>
                </a:gridCol>
                <a:gridCol w="1097272">
                  <a:extLst>
                    <a:ext uri="{9D8B030D-6E8A-4147-A177-3AD203B41FA5}">
                      <a16:colId xmlns:a16="http://schemas.microsoft.com/office/drawing/2014/main" val="965136851"/>
                    </a:ext>
                  </a:extLst>
                </a:gridCol>
                <a:gridCol w="515257">
                  <a:extLst>
                    <a:ext uri="{9D8B030D-6E8A-4147-A177-3AD203B41FA5}">
                      <a16:colId xmlns:a16="http://schemas.microsoft.com/office/drawing/2014/main" val="3010259286"/>
                    </a:ext>
                  </a:extLst>
                </a:gridCol>
                <a:gridCol w="662858">
                  <a:extLst>
                    <a:ext uri="{9D8B030D-6E8A-4147-A177-3AD203B41FA5}">
                      <a16:colId xmlns:a16="http://schemas.microsoft.com/office/drawing/2014/main" val="915506694"/>
                    </a:ext>
                  </a:extLst>
                </a:gridCol>
                <a:gridCol w="443135">
                  <a:extLst>
                    <a:ext uri="{9D8B030D-6E8A-4147-A177-3AD203B41FA5}">
                      <a16:colId xmlns:a16="http://schemas.microsoft.com/office/drawing/2014/main" val="2447952755"/>
                    </a:ext>
                  </a:extLst>
                </a:gridCol>
                <a:gridCol w="308954">
                  <a:extLst>
                    <a:ext uri="{9D8B030D-6E8A-4147-A177-3AD203B41FA5}">
                      <a16:colId xmlns:a16="http://schemas.microsoft.com/office/drawing/2014/main" val="1532849619"/>
                    </a:ext>
                  </a:extLst>
                </a:gridCol>
              </a:tblGrid>
              <a:tr h="182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25D5D"/>
                          </a:solidFill>
                          <a:effectLst/>
                        </a:rPr>
                        <a:t>Feature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25D5D"/>
                          </a:solidFill>
                          <a:effectLst/>
                        </a:rPr>
                        <a:t>Data_Type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25D5D"/>
                          </a:solidFill>
                          <a:effectLst/>
                        </a:rPr>
                        <a:t>Unique_Values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25D5D"/>
                          </a:solidFill>
                          <a:effectLst/>
                        </a:rPr>
                        <a:t>Missing_Count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25D5D"/>
                          </a:solidFill>
                          <a:effectLst/>
                        </a:rPr>
                        <a:t>Missing_Percent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25D5D"/>
                          </a:solidFill>
                          <a:effectLst/>
                        </a:rPr>
                        <a:t>Min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25D5D"/>
                          </a:solidFill>
                          <a:effectLst/>
                        </a:rPr>
                        <a:t>Max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25D5D"/>
                          </a:solidFill>
                          <a:effectLst/>
                        </a:rPr>
                        <a:t>Mean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C25D5D"/>
                          </a:solidFill>
                          <a:effectLst/>
                        </a:rPr>
                        <a:t>Std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942947"/>
                  </a:ext>
                </a:extLst>
              </a:tr>
              <a:tr h="18289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float64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477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-0.9726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5.9248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964395"/>
                  </a:ext>
                </a:extLst>
              </a:tr>
              <a:tr h="18289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float64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42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-1.338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22.0856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82041"/>
                  </a:ext>
                </a:extLst>
              </a:tr>
              <a:tr h="18289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float64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-3.2475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84.2297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810554"/>
                  </a:ext>
                </a:extLst>
              </a:tr>
              <a:tr h="18289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float64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-0.2606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24.8555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359528"/>
                  </a:ext>
                </a:extLst>
              </a:tr>
              <a:tr h="18289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float64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-0.1028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30.6884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635759"/>
                  </a:ext>
                </a:extLst>
              </a:tr>
              <a:tr h="18289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float64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62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-0.0902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48.6131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362040"/>
                  </a:ext>
                </a:extLst>
              </a:tr>
              <a:tr h="18289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float64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-0.3388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31.881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080538"/>
                  </a:ext>
                </a:extLst>
              </a:tr>
              <a:tr h="18289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float64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122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-0.1319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21.911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624054"/>
                  </a:ext>
                </a:extLst>
              </a:tr>
              <a:tr h="18289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float64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7985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-2.115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103.4964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892404"/>
                  </a:ext>
                </a:extLst>
              </a:tr>
              <a:tr h="18289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float64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-0.255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32.2465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947893"/>
                  </a:ext>
                </a:extLst>
              </a:tr>
              <a:tr h="18289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float64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-0.7218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5.5879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871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4506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642F-6DF6-E97F-8BDC-4B6D80A79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Sample Data – after processing, encoding, normalization and class imbalance handled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B72834D-DDDB-DF73-42C8-BF672C551B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1979807"/>
              </p:ext>
            </p:extLst>
          </p:nvPr>
        </p:nvGraphicFramePr>
        <p:xfrm>
          <a:off x="838200" y="2332510"/>
          <a:ext cx="10515596" cy="219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41654521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6279616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13478520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55351295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93558490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54896107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8746169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1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1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1">
                          <a:effectLst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1">
                          <a:effectLst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1">
                          <a:effectLst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1">
                          <a:effectLst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1">
                          <a:effectLst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18014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-0.37359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-0.16686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2.001135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-0.26057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-0.10276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-0.09021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-0.33882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0841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-0.65436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-0.55726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0.251591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2.251039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-0.10276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-0.09021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-0.33882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359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-0.89768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-0.55726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0.251591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4.762648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-0.10276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-0.09021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-0.33882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3229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1.376493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1.004317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0.251591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-0.26057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-0.10276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-0.09021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-0.33882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6097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-0.7573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-0.55726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0.251591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-0.26057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-0.10276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-0.09021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-0.33882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916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0.281519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0.613924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0.251591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-0.26057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-0.10276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-0.09021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-0.33882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98557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-0.85089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-0.55726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0.251591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-0.26057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-0.10276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-0.09021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-0.33882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5024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0.178572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-0.16686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0.251591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-0.26057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-0.10276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-0.09021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-0.33882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5801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-0.5982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0.22353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0.251591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-0.26057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-0.10276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-0.09021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-0.33882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1228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-0.89768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-0.16686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0.251591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-0.26057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-0.10276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-0.09021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-0.33882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3378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>
                          <a:effectLst/>
                        </a:rPr>
                        <a:t>-0.9632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-0.94765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-1.49795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-0.26057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-0.10276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-0.09021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1.195461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926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112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81E1B9-CD2E-451F-3D47-4B9950F36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E6FDE22-1F54-452D-A9BA-1BE9FDB53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C01FB2-6D50-41C9-BE00-29B0F9925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28C4EE-A1F6-1CC1-07F2-40A14EF87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491"/>
            <a:ext cx="4276541" cy="5705015"/>
          </a:xfrm>
        </p:spPr>
        <p:txBody>
          <a:bodyPr anchor="ctr">
            <a:normAutofit/>
          </a:bodyPr>
          <a:lstStyle/>
          <a:p>
            <a:r>
              <a:rPr lang="en-US" sz="5200"/>
              <a:t>4. Modelling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95AC2D-DF2C-0AAB-7FE5-24363CFD49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9194271"/>
              </p:ext>
            </p:extLst>
          </p:nvPr>
        </p:nvGraphicFramePr>
        <p:xfrm>
          <a:off x="6094458" y="576492"/>
          <a:ext cx="5400858" cy="5705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82416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5E2CBF-BBE0-43EC-45EE-90E972847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E6FDE22-1F54-452D-A9BA-1BE9FDB53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C01FB2-6D50-41C9-BE00-29B0F9925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350085-C201-E69D-6059-B53F25D8D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491"/>
            <a:ext cx="4276541" cy="5705015"/>
          </a:xfrm>
        </p:spPr>
        <p:txBody>
          <a:bodyPr anchor="ctr">
            <a:normAutofit/>
          </a:bodyPr>
          <a:lstStyle/>
          <a:p>
            <a:r>
              <a:rPr lang="en-US" sz="5200" dirty="0"/>
              <a:t>5. Evaluation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A428D3-4728-B41A-DE63-2BEC4B71B7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4986769"/>
              </p:ext>
            </p:extLst>
          </p:nvPr>
        </p:nvGraphicFramePr>
        <p:xfrm>
          <a:off x="6147621" y="576492"/>
          <a:ext cx="5400858" cy="5705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1219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974AE-590D-EB04-1D4C-40524C01C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E6FDE22-1F54-452D-A9BA-1BE9FDB53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C01FB2-6D50-41C9-BE00-29B0F9925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A8DCD-316C-CB47-B8A1-1EA8D7E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491"/>
            <a:ext cx="4276541" cy="5705015"/>
          </a:xfrm>
        </p:spPr>
        <p:txBody>
          <a:bodyPr anchor="ctr">
            <a:normAutofit/>
          </a:bodyPr>
          <a:lstStyle/>
          <a:p>
            <a:r>
              <a:rPr lang="en-US" sz="5200"/>
              <a:t>5. Evaluation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8BFAB67-FBAC-6D9B-E606-3E52870EFD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4064269"/>
              </p:ext>
            </p:extLst>
          </p:nvPr>
        </p:nvGraphicFramePr>
        <p:xfrm>
          <a:off x="6147621" y="576492"/>
          <a:ext cx="5400858" cy="5705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8152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1BBE6-936E-04AF-C396-0824A3810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6885"/>
            <a:ext cx="10515600" cy="954169"/>
          </a:xfrm>
        </p:spPr>
        <p:txBody>
          <a:bodyPr>
            <a:normAutofit fontScale="90000"/>
          </a:bodyPr>
          <a:lstStyle/>
          <a:p>
            <a:r>
              <a:rPr lang="en-GB" sz="4500">
                <a:solidFill>
                  <a:srgbClr val="C25D5D"/>
                </a:solidFill>
                <a:ea typeface="+mj-lt"/>
                <a:cs typeface="+mj-lt"/>
              </a:rPr>
              <a:t>Understanding the Random Forest Algorithm</a:t>
            </a:r>
            <a:endParaRPr lang="en-US">
              <a:solidFill>
                <a:srgbClr val="C25D5D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0A832-25D1-C1DB-0C48-F66852829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GB"/>
          </a:p>
          <a:p>
            <a:endParaRPr lang="en-GB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6F48A7A-5A92-14D4-3637-15B4C337E7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123671"/>
              </p:ext>
            </p:extLst>
          </p:nvPr>
        </p:nvGraphicFramePr>
        <p:xfrm>
          <a:off x="1143000" y="1703896"/>
          <a:ext cx="10004394" cy="3581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13" name="TextBox 2112">
            <a:extLst>
              <a:ext uri="{FF2B5EF4-FFF2-40B4-BE49-F238E27FC236}">
                <a16:creationId xmlns:a16="http://schemas.microsoft.com/office/drawing/2014/main" id="{74226588-7D46-814D-439C-3699D3469B42}"/>
              </a:ext>
            </a:extLst>
          </p:cNvPr>
          <p:cNvSpPr txBox="1"/>
          <p:nvPr/>
        </p:nvSpPr>
        <p:spPr>
          <a:xfrm>
            <a:off x="1149684" y="5363716"/>
            <a:ext cx="989661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>
                <a:solidFill>
                  <a:schemeClr val="tx2">
                    <a:lumMod val="60000"/>
                    <a:lumOff val="40000"/>
                  </a:schemeClr>
                </a:solidFill>
              </a:rPr>
              <a:t>This powerful algorithm is ideally suited for complex datasets where multiple factors influence an outcome, much like our hotel booking cancellation challenge.</a:t>
            </a:r>
            <a:endParaRPr lang="en-US"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860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7764B-6277-A9AB-90FF-1F4A183AB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95C8F-D61E-3E78-AE79-C852DF0FE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GB"/>
          </a:p>
          <a:p>
            <a:endParaRPr lang="en-GB"/>
          </a:p>
        </p:txBody>
      </p:sp>
      <p:pic>
        <p:nvPicPr>
          <p:cNvPr id="25" name="Picture 24" descr="A diagram of a tree&#10;&#10;AI-generated content may be incorrect.">
            <a:extLst>
              <a:ext uri="{FF2B5EF4-FFF2-40B4-BE49-F238E27FC236}">
                <a16:creationId xmlns:a16="http://schemas.microsoft.com/office/drawing/2014/main" id="{3F7417BA-54C0-DD08-953E-61E7BD094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67" y="651028"/>
            <a:ext cx="10639837" cy="555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75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1B63EEE-B5E3-42ED-90DF-2948123C7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667" y="4738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DC7BE8-B819-4865-ACAD-6EE9C972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A5523E6-6E10-4D34-BF96-88ADA228C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6C47E6C-2429-4AF2-AC95-0FF7F0FCE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9008EFB-6919-4E9D-8F04-2D7A64AD4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0864A9D-4C89-4FB0-AEA3-0BF81EF1D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2D5E8D5-A3BD-4F3F-BBF2-23D23033A4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Graphic 33">
              <a:extLst>
                <a:ext uri="{FF2B5EF4-FFF2-40B4-BE49-F238E27FC236}">
                  <a16:creationId xmlns:a16="http://schemas.microsoft.com/office/drawing/2014/main" id="{4E89C936-0082-41B0-89AC-C8E2D018A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Graphic 33">
              <a:extLst>
                <a:ext uri="{FF2B5EF4-FFF2-40B4-BE49-F238E27FC236}">
                  <a16:creationId xmlns:a16="http://schemas.microsoft.com/office/drawing/2014/main" id="{E46C5BB4-19C7-4188-9A95-24E5AD0C8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0" name="Content Placeholder 9" descr="A person sitting at a desk using a computer&#10;&#10;AI-generated content may be incorrect.">
            <a:extLst>
              <a:ext uri="{FF2B5EF4-FFF2-40B4-BE49-F238E27FC236}">
                <a16:creationId xmlns:a16="http://schemas.microsoft.com/office/drawing/2014/main" id="{E1E022A4-E7D4-9EAD-75CE-82DF7C00B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478" y="621021"/>
            <a:ext cx="10822248" cy="559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354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9E914-AA43-8355-133E-FFDE208DE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5CC039-8D48-F0D4-DEEE-7E657D93C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1336"/>
            <a:ext cx="4256204" cy="5695389"/>
          </a:xfrm>
        </p:spPr>
        <p:txBody>
          <a:bodyPr anchor="ctr">
            <a:normAutofit/>
          </a:bodyPr>
          <a:lstStyle/>
          <a:p>
            <a:r>
              <a:rPr lang="en-US" sz="5200"/>
              <a:t>6. Deployment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C500373-6BCD-49C7-86D2-7DC695C43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1535" y="-6437"/>
            <a:ext cx="6400800" cy="6864437"/>
            <a:chOff x="5171535" y="-6437"/>
            <a:chExt cx="6400800" cy="686443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C05CF5C-D74E-48AF-AAE5-61AEFB2C7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567246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5A6A4E3-DB84-4A86-933F-10273F0AE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62643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3928F34-C1F4-426C-A393-E2052F48D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990DE79-7D3C-40C4-926C-026AE2773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F5DC4E-BA7A-5065-8967-76D85DA799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1969971"/>
              </p:ext>
            </p:extLst>
          </p:nvPr>
        </p:nvGraphicFramePr>
        <p:xfrm>
          <a:off x="5461176" y="788282"/>
          <a:ext cx="5826934" cy="5297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9796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0C8CFC-D7AA-F093-702C-1B5B43084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FE2E4C-EEB8-338B-8A2C-B0261B81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1336"/>
            <a:ext cx="4210696" cy="5695389"/>
          </a:xfrm>
        </p:spPr>
        <p:txBody>
          <a:bodyPr anchor="ctr">
            <a:normAutofit/>
          </a:bodyPr>
          <a:lstStyle/>
          <a:p>
            <a:r>
              <a:rPr lang="en-US" sz="5200"/>
              <a:t>6. Deployment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C500373-6BCD-49C7-86D2-7DC695C43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1535" y="-6437"/>
            <a:ext cx="6400800" cy="6864437"/>
            <a:chOff x="5171535" y="-6437"/>
            <a:chExt cx="6400800" cy="686443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C05CF5C-D74E-48AF-AAE5-61AEFB2C7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567246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5A6A4E3-DB84-4A86-933F-10273F0AE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62643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3928F34-C1F4-426C-A393-E2052F48D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990DE79-7D3C-40C4-926C-026AE2773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B6EF13-F1E6-D689-4B67-84AE7B8B6B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7003568"/>
              </p:ext>
            </p:extLst>
          </p:nvPr>
        </p:nvGraphicFramePr>
        <p:xfrm>
          <a:off x="5461176" y="788282"/>
          <a:ext cx="5826934" cy="5297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31189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8C4A48C-F8E4-40F0-B8C7-796C50B4C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123" y="2794702"/>
            <a:ext cx="10928970" cy="3451181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3ECDB61-C78E-49AB-9D9C-862EAA5FF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440" y="6472"/>
            <a:ext cx="12201012" cy="6866993"/>
            <a:chOff x="-8440" y="6472"/>
            <a:chExt cx="12201012" cy="6866993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8A84E4F0-03F3-4373-BC08-F3420C4DD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8440" y="6472"/>
              <a:ext cx="12201012" cy="6866993"/>
              <a:chOff x="-8440" y="6472"/>
              <a:chExt cx="12201012" cy="6866993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7DF65987-4A36-4202-998C-5ADCB2FB94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11557299" y="2794702"/>
                <a:ext cx="634699" cy="1268599"/>
                <a:chOff x="11597128" y="2762119"/>
                <a:chExt cx="594872" cy="1268599"/>
              </a:xfrm>
            </p:grpSpPr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F4238A89-F61E-46B4-A16C-1B27EEE4BDC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128" y="2762119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65F870BE-1537-4939-A7CB-36BD7778102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653" y="4030718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92D909DC-9CB0-43B2-BFFB-48C8D4B1A2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-8440" y="2794702"/>
                <a:ext cx="648551" cy="1268599"/>
                <a:chOff x="11597131" y="2762119"/>
                <a:chExt cx="594869" cy="1268599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1EABC700-4E95-4450-BE4B-1149BC0126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131" y="2762119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235CD64B-F95D-4CF3-B317-37DAF82F2E0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653" y="4030718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E5E01DCE-5018-4BED-8C6B-73E056494C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72" y="6472"/>
                <a:ext cx="12192000" cy="6866993"/>
                <a:chOff x="572" y="6472"/>
                <a:chExt cx="12192000" cy="6866993"/>
              </a:xfrm>
            </p:grpSpPr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25A04438-598C-4217-B5F5-3982C30626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667" y="6245884"/>
                  <a:ext cx="12189811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44B43FA3-78DB-4F9F-B889-D8B65C922B3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572" y="596465"/>
                  <a:ext cx="12192000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769B4323-32F6-4DCF-94B4-36D819776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6200000">
                  <a:off x="8134324" y="3444509"/>
                  <a:ext cx="6857912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F4214668-F898-4859-87D6-23D6EF0678A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6200000">
                  <a:off x="-2794261" y="3435428"/>
                  <a:ext cx="6857912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8F98E24-E208-40BF-B555-7B8DCEA31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34123" y="2794702"/>
              <a:ext cx="10923176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A489A34-850B-AE4F-70C7-4FEB420E1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6522"/>
            <a:ext cx="10515588" cy="1984671"/>
          </a:xfrm>
        </p:spPr>
        <p:txBody>
          <a:bodyPr anchor="ctr">
            <a:normAutofit/>
          </a:bodyPr>
          <a:lstStyle/>
          <a:p>
            <a:r>
              <a:rPr lang="en-US" sz="5200"/>
              <a:t>Performance Comparison</a:t>
            </a:r>
          </a:p>
        </p:txBody>
      </p:sp>
      <p:graphicFrame>
        <p:nvGraphicFramePr>
          <p:cNvPr id="95" name="Content Placeholder 4">
            <a:extLst>
              <a:ext uri="{FF2B5EF4-FFF2-40B4-BE49-F238E27FC236}">
                <a16:creationId xmlns:a16="http://schemas.microsoft.com/office/drawing/2014/main" id="{5C6A5CA9-CE96-85D0-86BF-67CE091B30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4173444"/>
              </p:ext>
            </p:extLst>
          </p:nvPr>
        </p:nvGraphicFramePr>
        <p:xfrm>
          <a:off x="1735310" y="3195277"/>
          <a:ext cx="8708639" cy="2653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835">
                  <a:extLst>
                    <a:ext uri="{9D8B030D-6E8A-4147-A177-3AD203B41FA5}">
                      <a16:colId xmlns:a16="http://schemas.microsoft.com/office/drawing/2014/main" val="2891743075"/>
                    </a:ext>
                  </a:extLst>
                </a:gridCol>
                <a:gridCol w="1381778">
                  <a:extLst>
                    <a:ext uri="{9D8B030D-6E8A-4147-A177-3AD203B41FA5}">
                      <a16:colId xmlns:a16="http://schemas.microsoft.com/office/drawing/2014/main" val="4209632663"/>
                    </a:ext>
                  </a:extLst>
                </a:gridCol>
                <a:gridCol w="1381778">
                  <a:extLst>
                    <a:ext uri="{9D8B030D-6E8A-4147-A177-3AD203B41FA5}">
                      <a16:colId xmlns:a16="http://schemas.microsoft.com/office/drawing/2014/main" val="373468404"/>
                    </a:ext>
                  </a:extLst>
                </a:gridCol>
                <a:gridCol w="1588692">
                  <a:extLst>
                    <a:ext uri="{9D8B030D-6E8A-4147-A177-3AD203B41FA5}">
                      <a16:colId xmlns:a16="http://schemas.microsoft.com/office/drawing/2014/main" val="2991374402"/>
                    </a:ext>
                  </a:extLst>
                </a:gridCol>
                <a:gridCol w="1381778">
                  <a:extLst>
                    <a:ext uri="{9D8B030D-6E8A-4147-A177-3AD203B41FA5}">
                      <a16:colId xmlns:a16="http://schemas.microsoft.com/office/drawing/2014/main" val="322436147"/>
                    </a:ext>
                  </a:extLst>
                </a:gridCol>
                <a:gridCol w="1381778">
                  <a:extLst>
                    <a:ext uri="{9D8B030D-6E8A-4147-A177-3AD203B41FA5}">
                      <a16:colId xmlns:a16="http://schemas.microsoft.com/office/drawing/2014/main" val="3572953752"/>
                    </a:ext>
                  </a:extLst>
                </a:gridCol>
              </a:tblGrid>
              <a:tr h="317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C25D5D"/>
                          </a:solidFill>
                        </a:rPr>
                        <a:t>Model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C25D5D"/>
                          </a:solidFill>
                        </a:rPr>
                        <a:t>Accuracy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C25D5D"/>
                          </a:solidFill>
                        </a:rPr>
                        <a:t>ROC_AUC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C25D5D"/>
                          </a:solidFill>
                        </a:rPr>
                        <a:t>Macro_Precision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C25D5D"/>
                          </a:solidFill>
                        </a:rPr>
                        <a:t>Macro_Recall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C25D5D"/>
                          </a:solidFill>
                        </a:rPr>
                        <a:t>Macro_F1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380486"/>
                  </a:ext>
                </a:extLst>
              </a:tr>
              <a:tr h="533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Random Forest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0.862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0.939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0.85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0.85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0.85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619913"/>
                  </a:ext>
                </a:extLst>
              </a:tr>
              <a:tr h="317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MLP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0.852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0.934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0.84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0.85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0.84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752217"/>
                  </a:ext>
                </a:extLst>
              </a:tr>
              <a:tr h="317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KNN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0.842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0.933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0.83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0.85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0.84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64567"/>
                  </a:ext>
                </a:extLst>
              </a:tr>
              <a:tr h="317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 4.5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0.841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0.921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0.83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0.84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0.83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978833"/>
                  </a:ext>
                </a:extLst>
              </a:tr>
              <a:tr h="317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CART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0.841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0.920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0.83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0.83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0.83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49850"/>
                  </a:ext>
                </a:extLst>
              </a:tr>
              <a:tr h="533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Logistic Regression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0.808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0.893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0.80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0.81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0.80</a:t>
                      </a:r>
                    </a:p>
                  </a:txBody>
                  <a:tcPr marL="72093" marR="72093" marT="36046" marB="36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453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2172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916F6374-2300-41FF-BA7E-22FADCD95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7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864D9E-0A0C-482E-86DE-9C4E729C3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38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5AB4E6D-DF14-460C-9AFF-107845893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1535" y="-6437"/>
            <a:ext cx="6400800" cy="6864437"/>
            <a:chOff x="5171535" y="-6437"/>
            <a:chExt cx="6400800" cy="686443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58C3964-BF34-4211-835A-24B827B77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581337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C498194-83A5-4CCE-AA0B-12C3FE68E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76734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125AC6-B711-4F7C-B0D2-8369A8D671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V="1">
              <a:off x="5171535" y="0"/>
              <a:ext cx="0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543B8FC-DC9A-4AC0-BF25-85AF5B49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11DDAE9-A410-4735-8FF2-86DA55E82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3429000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106339E-B8BA-BC4D-1C64-8E3CD0697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119" y="3437182"/>
            <a:ext cx="5959274" cy="2919978"/>
          </a:xfrm>
          <a:prstGeom prst="rect">
            <a:avLst/>
          </a:prstGeom>
        </p:spPr>
      </p:pic>
      <p:pic>
        <p:nvPicPr>
          <p:cNvPr id="4" name="Content Placeholder 3" descr="A graph and chart with numbers&#10;&#10;AI-generated content may be incorrect.">
            <a:extLst>
              <a:ext uri="{FF2B5EF4-FFF2-40B4-BE49-F238E27FC236}">
                <a16:creationId xmlns:a16="http://schemas.microsoft.com/office/drawing/2014/main" id="{D134354B-9DEA-F6D0-5E39-FB88722A49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15847" y="690783"/>
            <a:ext cx="5944477" cy="2571954"/>
          </a:xfrm>
          <a:prstGeom prst="rect">
            <a:avLst/>
          </a:prstGeom>
        </p:spPr>
      </p:pic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9623D2F9-D1FA-67D5-97EB-33CAA4C3EF0D}"/>
              </a:ext>
            </a:extLst>
          </p:cNvPr>
          <p:cNvSpPr txBox="1">
            <a:spLocks/>
          </p:cNvSpPr>
          <p:nvPr/>
        </p:nvSpPr>
        <p:spPr>
          <a:xfrm>
            <a:off x="453998" y="1643175"/>
            <a:ext cx="4272324" cy="48162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en-US" sz="1200" b="1">
                <a:ea typeface="+mn-lt"/>
                <a:cs typeface="+mn-lt"/>
              </a:rPr>
              <a:t>Confusion Matrix: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- Correctly predicted 13,184 non-cancellations (88% accuracy) 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- Correctly predicted 7,402 cancellations (83% recall) 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- Only 1,569 false negatives (missed cancellations) 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- Only 1,723 false positives (false alarms)</a:t>
            </a:r>
          </a:p>
          <a:p>
            <a:pPr marL="342900" indent="-342900">
              <a:buAutoNum type="arabicPeriod"/>
            </a:pPr>
            <a:r>
              <a:rPr lang="en-US" sz="1200" b="1">
                <a:ea typeface="+mn-lt"/>
                <a:cs typeface="+mn-lt"/>
              </a:rPr>
              <a:t>ROC Curve: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- AUC of 93.9% indicates excellent discrimination ability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- Model significantly outperforms random classifier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- Strong separation between cancellation classes </a:t>
            </a:r>
          </a:p>
          <a:p>
            <a:pPr marL="342900" indent="-342900">
              <a:buAutoNum type="arabicPeriod"/>
            </a:pPr>
            <a:r>
              <a:rPr lang="en-US" sz="1200" b="1">
                <a:ea typeface="+mn-lt"/>
                <a:cs typeface="+mn-lt"/>
              </a:rPr>
              <a:t>Precision-Recall Trade-Off: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- Default threshold (0.5) balances precision and recall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- Can adjust threshold based on business costs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- Higher threshold → fewer false positives, more false negatives</a:t>
            </a:r>
          </a:p>
          <a:p>
            <a:pPr marL="342900" indent="-342900">
              <a:buAutoNum type="arabicPeriod"/>
            </a:pPr>
            <a:r>
              <a:rPr lang="en-US" sz="1200" b="1">
                <a:ea typeface="+mn-lt"/>
                <a:cs typeface="+mn-lt"/>
              </a:rPr>
              <a:t>Metrics Summary: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- All metrics exceed 80% threshold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- Balanced performance across accuracy, precision, and recall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ea typeface="+mn-lt"/>
                <a:cs typeface="+mn-lt"/>
              </a:rPr>
              <a:t>- Model ready for production deployment </a:t>
            </a:r>
            <a:br>
              <a:rPr lang="en-US" sz="1200">
                <a:ea typeface="+mn-lt"/>
                <a:cs typeface="+mn-lt"/>
              </a:rPr>
            </a:br>
            <a:endParaRPr lang="en-US" sz="1200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66A9A75B-5807-E3D6-F2E9-03A30518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998" y="387945"/>
            <a:ext cx="4547668" cy="1325563"/>
          </a:xfrm>
        </p:spPr>
        <p:txBody>
          <a:bodyPr>
            <a:normAutofit/>
          </a:bodyPr>
          <a:lstStyle/>
          <a:p>
            <a:r>
              <a:rPr lang="en-US"/>
              <a:t>Result Analysis </a:t>
            </a:r>
          </a:p>
        </p:txBody>
      </p:sp>
    </p:spTree>
    <p:extLst>
      <p:ext uri="{BB962C8B-B14F-4D97-AF65-F5344CB8AC3E}">
        <p14:creationId xmlns:p14="http://schemas.microsoft.com/office/powerpoint/2010/main" val="1912746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E43B2-2B70-C71C-FD91-7302F98C6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Result Analysis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8F6FF-FA05-566B-9144-83662C21F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3075"/>
            <a:ext cx="10515600" cy="37981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After testing all models, Random Forest gave the best overall performance with an accuracy of 86% and a ROC-AUC of 93.9%. This shows that the model can separate canceled and non-canceled bookings very well.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When we look at the confusion matrix, we see that the model correctly identifies most of the canceledbookings (83% recall). Only a small number of cancellations were missed. This makes the model reliablefor predicting customers who are likely to cancel.</a:t>
            </a:r>
          </a:p>
          <a:p>
            <a:r>
              <a:rPr lang="en-US" sz="1600">
                <a:ea typeface="+mn-lt"/>
                <a:cs typeface="+mn-lt"/>
              </a:rPr>
              <a:t>Comparing Random Forest with the other models in the project, it consistently performed better in accuracy, recall,and F1-score. Based on these results, Random Forest is the best model to use for hotel cancellation prediction.</a:t>
            </a:r>
          </a:p>
        </p:txBody>
      </p:sp>
    </p:spTree>
    <p:extLst>
      <p:ext uri="{BB962C8B-B14F-4D97-AF65-F5344CB8AC3E}">
        <p14:creationId xmlns:p14="http://schemas.microsoft.com/office/powerpoint/2010/main" val="4038900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53E2-DEFB-FF27-BAE3-2D3A8DE08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7A459-49BF-FCCB-C38B-5DB865205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4371"/>
            <a:ext cx="10515600" cy="395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We analyzed hotel booking data and tested multiple machine learning models to predict cancellations effectively.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Among all the models, Random Forest performed the best, achieving high accuracy (86%) and strong recall for canceled bookings (83%), making it reliable for real-world use.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 model helps hotels understand cancellation patterns and make better decisions about overbooking, customer follow-ups, and resource planning.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Using this prediction system, hotels can reduce revenue loss, improve guest experience, and manage reservations more efficiently.</a:t>
            </a:r>
          </a:p>
          <a:p>
            <a:r>
              <a:rPr lang="en-US">
                <a:ea typeface="+mn-lt"/>
                <a:cs typeface="+mn-lt"/>
              </a:rPr>
              <a:t>The project also showed that proper data preparation such as handling imbalance and creating meaningful features greatly improves model performance and leads to more accurate predictions.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39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1933C-1E36-3492-F25F-50177270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E2218-BC15-D0E8-6A0B-2D40F2436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1571"/>
            <a:ext cx="10515600" cy="39696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Antonio, N., de Almeida, A., &amp; Nunes, L. (2019). Hotel booking demand datasets. Kaggle.</a:t>
            </a:r>
            <a:r>
              <a:rPr lang="en-US">
                <a:ea typeface="+mn-lt"/>
                <a:cs typeface="+mn-lt"/>
                <a:hlinkClick r:id="rId2"/>
              </a:rPr>
              <a:t>https://www.kaggle.com/datasets/jessemostipak/hotel-booking-demand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Pedregosa, F. et al. (2011). Scikit-learn: Machine Learning in Python. Journal of Machine Learning Research. </a:t>
            </a:r>
            <a:r>
              <a:rPr lang="en-US">
                <a:ea typeface="+mn-lt"/>
                <a:cs typeface="+mn-lt"/>
                <a:hlinkClick r:id="rId3"/>
              </a:rPr>
              <a:t>https://scikit-learn.org/stable/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Chawla, N. V., Bowyer, K. W., Hall, L. O., &amp; </a:t>
            </a:r>
            <a:r>
              <a:rPr lang="en-US" err="1">
                <a:ea typeface="+mn-lt"/>
                <a:cs typeface="+mn-lt"/>
              </a:rPr>
              <a:t>Kegelmeyer</a:t>
            </a:r>
            <a:r>
              <a:rPr lang="en-US">
                <a:ea typeface="+mn-lt"/>
                <a:cs typeface="+mn-lt"/>
              </a:rPr>
              <a:t>, W. P. (2002). SMOTE: Synthetic Minority Over-sampling Technique. Journal of Artificial Intelligence Research.</a:t>
            </a:r>
          </a:p>
          <a:p>
            <a:r>
              <a:rPr lang="en-US" err="1">
                <a:ea typeface="+mn-lt"/>
                <a:cs typeface="+mn-lt"/>
              </a:rPr>
              <a:t>Breiman</a:t>
            </a:r>
            <a:r>
              <a:rPr lang="en-US">
                <a:ea typeface="+mn-lt"/>
                <a:cs typeface="+mn-lt"/>
              </a:rPr>
              <a:t>, L. (2001). Random Forests. Machine Learning, 45(1), 5–32.</a:t>
            </a:r>
          </a:p>
          <a:p>
            <a:r>
              <a:rPr lang="en-US">
                <a:ea typeface="+mn-lt"/>
                <a:cs typeface="+mn-lt"/>
              </a:rPr>
              <a:t>Han, J., Kamber, M., &amp; Pei, J. (2012). Data Mining: Concepts and Techniques. Morgan Kaufmann.</a:t>
            </a:r>
          </a:p>
        </p:txBody>
      </p:sp>
    </p:spTree>
    <p:extLst>
      <p:ext uri="{BB962C8B-B14F-4D97-AF65-F5344CB8AC3E}">
        <p14:creationId xmlns:p14="http://schemas.microsoft.com/office/powerpoint/2010/main" val="3936839097"/>
      </p:ext>
    </p:extLst>
  </p:cSld>
  <p:clrMapOvr>
    <a:masterClrMapping/>
  </p:clrMapOvr>
</p:sld>
</file>

<file path=ppt/theme/theme1.xml><?xml version="1.0" encoding="utf-8"?>
<a:theme xmlns:a="http://schemas.openxmlformats.org/drawingml/2006/main" name="ArchVTI">
  <a:themeElements>
    <a:clrScheme name="Custom 42">
      <a:dk1>
        <a:sysClr val="windowText" lastClr="000000"/>
      </a:dk1>
      <a:lt1>
        <a:sysClr val="window" lastClr="FFFFFF"/>
      </a:lt1>
      <a:dk2>
        <a:srgbClr val="642626"/>
      </a:dk2>
      <a:lt2>
        <a:srgbClr val="F3F0E9"/>
      </a:lt2>
      <a:accent1>
        <a:srgbClr val="556D6F"/>
      </a:accent1>
      <a:accent2>
        <a:srgbClr val="C05050"/>
      </a:accent2>
      <a:accent3>
        <a:srgbClr val="BF873A"/>
      </a:accent3>
      <a:accent4>
        <a:srgbClr val="D8897E"/>
      </a:accent4>
      <a:accent5>
        <a:srgbClr val="A4976B"/>
      </a:accent5>
      <a:accent6>
        <a:srgbClr val="D49D8C"/>
      </a:accent6>
      <a:hlink>
        <a:srgbClr val="D13D6E"/>
      </a:hlink>
      <a:folHlink>
        <a:srgbClr val="6C9D92"/>
      </a:folHlink>
    </a:clrScheme>
    <a:fontScheme name="Custom 16">
      <a:majorFont>
        <a:latin typeface="Footlight MT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VTI" id="{23FE938F-4DF0-4C94-8546-C2AC6D26660D}" vid="{62E62DA1-385F-4EE3-8841-58A87FAE20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3154</Words>
  <Application>Microsoft Office PowerPoint</Application>
  <PresentationFormat>Widescreen</PresentationFormat>
  <Paragraphs>787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Arial</vt:lpstr>
      <vt:lpstr>Avenir Next LT Pro</vt:lpstr>
      <vt:lpstr>Calibri</vt:lpstr>
      <vt:lpstr>Footlight MT Light</vt:lpstr>
      <vt:lpstr>ArchVTI</vt:lpstr>
      <vt:lpstr>Hotel Booking Cancellation Prediction</vt:lpstr>
      <vt:lpstr>Table of content:</vt:lpstr>
      <vt:lpstr>Introduction - Problem statement</vt:lpstr>
      <vt:lpstr>Methodology - CRISP – DM</vt:lpstr>
      <vt:lpstr>1. Business Understanding</vt:lpstr>
      <vt:lpstr>2. Data Understanding</vt:lpstr>
      <vt:lpstr>PowerPoint Presentation</vt:lpstr>
      <vt:lpstr>Sample Data – before processing</vt:lpstr>
      <vt:lpstr>3. Data Preparation</vt:lpstr>
      <vt:lpstr>3. Data Preparation</vt:lpstr>
      <vt:lpstr>PowerPoint Presentation</vt:lpstr>
      <vt:lpstr>Sample Data – after processing, encoding, normalization and class imbalance handled</vt:lpstr>
      <vt:lpstr>4. Modelling</vt:lpstr>
      <vt:lpstr>5. Evaluation</vt:lpstr>
      <vt:lpstr>5. Evaluation</vt:lpstr>
      <vt:lpstr>Understanding the Random Forest Algorithm</vt:lpstr>
      <vt:lpstr>PowerPoint Presentation</vt:lpstr>
      <vt:lpstr>PowerPoint Presentation</vt:lpstr>
      <vt:lpstr>6. Deployment</vt:lpstr>
      <vt:lpstr>6. Deployment</vt:lpstr>
      <vt:lpstr>Performance Comparison</vt:lpstr>
      <vt:lpstr>Result Analysis </vt:lpstr>
      <vt:lpstr>Result Analysis 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Vanaparthy</dc:creator>
  <cp:lastModifiedBy>Akshay Vanaparthy</cp:lastModifiedBy>
  <cp:revision>3</cp:revision>
  <dcterms:created xsi:type="dcterms:W3CDTF">2025-12-06T18:20:02Z</dcterms:created>
  <dcterms:modified xsi:type="dcterms:W3CDTF">2025-12-06T23:39:26Z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2025-12-06T18:20:04Z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52959f2c-5985-4bec-8925-71d2eb5c3842</vt:lpwstr>
  </property>
  <property fmtid="{D5CDD505-2E9C-101B-9397-08002B2CF9AE}" pid="7" name="MSIP_Label_defa4170-0d19-0005-0004-bc88714345d2_ActionId">
    <vt:lpwstr>8c1cf406-633d-44dc-8576-2ecad38d0fce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